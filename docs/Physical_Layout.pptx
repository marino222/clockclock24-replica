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6:3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24575,'1'3'0,"0"-1"0,0 1 0,0-1 0,0 1 0,0-1 0,1 0 0,-1 1 0,1-1 0,-1 0 0,3 2 0,7 12 0,576 767 0,-399-548 0,340 452 0,-452-596 0,26 35 0,-23-15-1365,-67-95-5461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6:34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1117 24575,'1'0'0,"0"0"0,0 0 0,0 0 0,0 0 0,0 0 0,0 0 0,0 0 0,0 0 0,0 0 0,0 0 0,0-1 0,0 1 0,0 0 0,0-1 0,0 1 0,0-1 0,0 1 0,0-1 0,0 1 0,0-1 0,-1 1 0,1-1 0,0 0 0,1-1 0,2 0 0,83-46 0,150-58 0,104-14 0,127-52 0,-370 122 0,-3-3 0,156-118 0,-186 129 0,117-57 0,-34 21 0,114-72-1365,-234 134-5461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8:03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24575,'0'4'0,"0"-1"0,1 1 0,-1 0 0,1 0 0,0-1 0,0 1 0,0-1 0,1 1 0,-1-1 0,1 0 0,-1 1 0,4 2 0,6 15 0,252 467 0,45-23 0,-39-112 0,-116-158 0,52 99 0,-42-58 0,-6-45-1365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8:0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1425 24575,'6'0'0,"1"-1"0,-1 0 0,0 0 0,0-1 0,0 0 0,0 0 0,7-3 0,13-5 0,153-52 0,578-221 0,-340 80 0,-366 173 0,-2-2 0,0-2 0,-3-2 0,-1-2 0,72-79 0,-58 38 0,-3-2 0,-5-3 0,49-105 0,-92 172 0,47-85-1365,-50 88-5461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9:18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24575,'3'1'0,"-1"0"0,1 0 0,-1 1 0,1-1 0,-1 1 0,1 0 0,-1 0 0,0-1 0,0 1 0,3 3 0,3 3 0,370 342 0,-275-249 0,381 390 0,-54-53 0,-371-382 0,-34-35 0,-1 2 0,-1 1 0,32 43 0,45 57 0,-65-85 0,36 54 0,-61-79-1365,-1-3-5461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6:59:19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1791 24575,'2'-1'0,"1"0"0,-1 0 0,1-1 0,-1 1 0,0 0 0,0-1 0,0 1 0,1-1 0,-2 0 0,1 1 0,0-1 0,0 0 0,2-4 0,2-1 0,146-160 0,-34 34 0,232-202 0,-99 136 0,451-388 0,-464 395 0,-157 132 0,-61 43-455,0 0 0,21-25 0,-32 32-6371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7:00:30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24575,'1'5'0,"0"0"0,0-1 0,0 1 0,1-1 0,0 1 0,0-1 0,0 1 0,0-1 0,1 0 0,0 0 0,3 4 0,3 5 0,461 638 0,-349-490 0,146 183 0,190 270 0,-425-567-341,-3 2 0,-2 0-1,33 86 1,-55-121-6485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7:00:3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2134 24575,'1'-11'0,"0"-1"0,0 0 0,2 1 0,-1-1 0,2 1 0,-1 0 0,7-12 0,42-78 0,-35 71 0,47-79 0,4 3 0,139-164 0,-89 139 0,181-155 0,167-82 0,19 27 0,-388 274 0,-95 65-12,57-38-439,-2-2 0,68-65 0,-97 77-6375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7:17:56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7:17:56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A1161C-79F3-37EB-BFBD-8FAF97A6A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1A994C-E34A-D053-2DCF-AACA7AA6D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B22982-C55B-DA0C-B7E2-F18321C6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888EFF-C218-6691-9A6D-CB72912E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242362-CA40-AAD6-4E6D-6E2DD72B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267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0404FD-4D7F-559E-7F16-A0A5687F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040200-0C2C-75FD-BCF4-B5785E253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F11100-1748-D52B-D171-92BFC870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BECE91-B0DC-557F-D6D3-14D1B4E2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65963E-09A7-C6CD-947F-C0D151CB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3956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83617-24FC-4F58-065D-F0240971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4C9F41-99E2-F2D7-6FCA-57BADE39F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ED410B-56D0-1B63-2D72-6325F6E4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184D16-505E-D64E-A0B3-FE0D3D1D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BFBA07-7A4B-5E02-BDD4-B0EB4938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8044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8135A-B8A3-69C3-F964-4BE13C5C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382A9-C88F-EC10-52C1-B835A6FF1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5580CF-A579-F8A9-3F1E-D1865B66B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523DF8-7FB4-5D5F-65C6-DFDA539A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DF8E6C-69B8-328A-416A-E77EC461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2C94A9-ACBA-B1ED-9B81-057054E1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096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2F37BE-C6FD-FD77-CFEF-84B4E024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4A3E5C-D5D9-8F17-EF2A-32148084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739C31-13DC-765C-A4D5-4E5F6B0D6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717C88-56AF-4B6B-5C1E-65526CFF3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2CE2D4D-3532-848B-897F-80006D4B3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FEAD86-34AA-E549-E586-5D736D57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6A455B2-175C-41E1-1331-91472B76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7F4E48-479E-36E7-D8C0-721D501D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690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450AF-F5CB-CE03-E957-2E86D5FF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E547D5-39C4-F19D-3FBD-6B446BEF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FA0EE3-F75F-CDB9-1D9A-83BEC567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6668E6-BF7B-ED1E-A3A5-7B569481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420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80CA79F-E308-B13C-E7A2-0525F63E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545D09-5B6B-3876-07ED-B5A04EDD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A82A39-5863-0E5D-2F96-2911C7FE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332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E7960-A515-2E18-9E75-1C63C659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0A1583-9C48-916A-79BB-A3F66D1A5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733B8A-70E6-3E7A-B6DB-304696D51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3BB2B4-CB00-27A3-9D18-A463417F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0C9C6-C030-349B-03B2-A6EA0CCE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66FE8E-65EF-8DBC-11A3-A9A03F2F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2914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9D73CA-5030-7A44-1332-F3E5A9C6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45E9FB-7955-64CA-A091-129645975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A38550-AA5F-6442-08DD-F377423C7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874E80-DDD3-5215-8DD3-30E01144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6953AD-FB95-75D8-7E61-88FAC6C5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1C8910-6CD0-D632-16CC-6B6BBE0C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45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704D8-DEAA-ADBC-9181-4094D668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690B820-8B47-E5D6-587E-EAC26A61E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7F7252-D290-9B5C-66CA-233F0D27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8DDB3E-EABC-A5EE-607D-69132DED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22AB88-ADD2-9001-826F-87D40E2E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659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7ED91E-AF29-ABF6-D477-F1D505D06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FD74A4-E37D-E62F-DD30-4FF36FBAD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B0EC83-11C9-717D-0249-A6D73403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1CCE4-B4AE-3714-06FF-7E5FAC4D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6139D2-D975-62A4-0987-3CEB1F4E3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352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F309A1-7505-FB63-A69F-BCAFEEDE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714442-06C1-AEBE-154C-77387F033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1AE4E6-1737-E0B5-F7C5-6FEC6BDCC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7E21B-E091-46F7-99C9-9A2DF0B3E587}" type="datetimeFigureOut">
              <a:rPr lang="de-CH" smtClean="0"/>
              <a:t>22.02.2026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340A0B-8EB8-30FF-73EC-6E7B4D4C8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CE54C2-0EF2-A5AD-D135-691DB9326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1EFC2-4557-4FE3-961F-98D004A68C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617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" Type="http://schemas.openxmlformats.org/officeDocument/2006/relationships/image" Target="../media/image2.sv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9EC2480E-7B4E-7320-8B8D-686C320DB46A}"/>
              </a:ext>
            </a:extLst>
          </p:cNvPr>
          <p:cNvGrpSpPr/>
          <p:nvPr/>
        </p:nvGrpSpPr>
        <p:grpSpPr>
          <a:xfrm>
            <a:off x="639739" y="1538674"/>
            <a:ext cx="10270764" cy="3780652"/>
            <a:chOff x="468289" y="1426346"/>
            <a:chExt cx="10270764" cy="3780652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CBF42CC2-0462-2AFE-EAA6-FB4D4D5E72B2}"/>
                </a:ext>
              </a:extLst>
            </p:cNvPr>
            <p:cNvGrpSpPr/>
            <p:nvPr/>
          </p:nvGrpSpPr>
          <p:grpSpPr>
            <a:xfrm>
              <a:off x="468289" y="1426346"/>
              <a:ext cx="1166169" cy="3780652"/>
              <a:chOff x="4257934" y="1651000"/>
              <a:chExt cx="1166169" cy="3780652"/>
            </a:xfrm>
          </p:grpSpPr>
          <p:sp>
            <p:nvSpPr>
              <p:cNvPr id="14" name="Rechteck: abgerundete Ecken 13">
                <a:extLst>
                  <a:ext uri="{FF2B5EF4-FFF2-40B4-BE49-F238E27FC236}">
                    <a16:creationId xmlns:a16="http://schemas.microsoft.com/office/drawing/2014/main" id="{54199224-E77A-F04E-440D-ADC7B5C8C108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15" name="Grafik 14" descr="Uhr mit einfarbiger Füllung">
                <a:extLst>
                  <a:ext uri="{FF2B5EF4-FFF2-40B4-BE49-F238E27FC236}">
                    <a16:creationId xmlns:a16="http://schemas.microsoft.com/office/drawing/2014/main" id="{17E8AEA0-DDF6-9656-70BF-92F993C98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6" name="Grafik 15" descr="Uhr mit einfarbiger Füllung">
                <a:extLst>
                  <a:ext uri="{FF2B5EF4-FFF2-40B4-BE49-F238E27FC236}">
                    <a16:creationId xmlns:a16="http://schemas.microsoft.com/office/drawing/2014/main" id="{75BDA4F3-C701-53CC-EAC1-0BEC38516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7" name="Grafik 16" descr="Uhr mit einfarbiger Füllung">
                <a:extLst>
                  <a:ext uri="{FF2B5EF4-FFF2-40B4-BE49-F238E27FC236}">
                    <a16:creationId xmlns:a16="http://schemas.microsoft.com/office/drawing/2014/main" id="{FFCB4AA6-8A06-34D8-8FE3-EDDE8E90D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A6EE39FE-8292-AFB1-F31F-0FB0F57D3622}"/>
                </a:ext>
              </a:extLst>
            </p:cNvPr>
            <p:cNvGrpSpPr/>
            <p:nvPr/>
          </p:nvGrpSpPr>
          <p:grpSpPr>
            <a:xfrm>
              <a:off x="1768945" y="1426346"/>
              <a:ext cx="1166169" cy="3780652"/>
              <a:chOff x="4257934" y="1651000"/>
              <a:chExt cx="1166169" cy="3780652"/>
            </a:xfrm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F592E06C-56BE-9757-C885-733926E6A889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38" name="Grafik 37" descr="Uhr mit einfarbiger Füllung">
                <a:extLst>
                  <a:ext uri="{FF2B5EF4-FFF2-40B4-BE49-F238E27FC236}">
                    <a16:creationId xmlns:a16="http://schemas.microsoft.com/office/drawing/2014/main" id="{F52CDFC6-B1C4-6F7C-4919-7CE8962CD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9" name="Grafik 38" descr="Uhr mit einfarbiger Füllung">
                <a:extLst>
                  <a:ext uri="{FF2B5EF4-FFF2-40B4-BE49-F238E27FC236}">
                    <a16:creationId xmlns:a16="http://schemas.microsoft.com/office/drawing/2014/main" id="{EB02F1B1-E29D-9C75-2CB1-D5A937A22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0" name="Grafik 39" descr="Uhr mit einfarbiger Füllung">
                <a:extLst>
                  <a:ext uri="{FF2B5EF4-FFF2-40B4-BE49-F238E27FC236}">
                    <a16:creationId xmlns:a16="http://schemas.microsoft.com/office/drawing/2014/main" id="{97A4CF68-AC79-18A9-DF57-0727CFF21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2B1C8565-DCB8-5CA4-F31F-84466D4CAF65}"/>
                </a:ext>
              </a:extLst>
            </p:cNvPr>
            <p:cNvGrpSpPr/>
            <p:nvPr/>
          </p:nvGrpSpPr>
          <p:grpSpPr>
            <a:xfrm>
              <a:off x="6971569" y="1426346"/>
              <a:ext cx="1166169" cy="3780652"/>
              <a:chOff x="4257934" y="1651000"/>
              <a:chExt cx="1166169" cy="3780652"/>
            </a:xfrm>
          </p:grpSpPr>
          <p:sp>
            <p:nvSpPr>
              <p:cNvPr id="42" name="Rechteck: abgerundete Ecken 41">
                <a:extLst>
                  <a:ext uri="{FF2B5EF4-FFF2-40B4-BE49-F238E27FC236}">
                    <a16:creationId xmlns:a16="http://schemas.microsoft.com/office/drawing/2014/main" id="{5B71BE6E-698A-9AD1-D7F4-8F30AAC8CD19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43" name="Grafik 42" descr="Uhr mit einfarbiger Füllung">
                <a:extLst>
                  <a:ext uri="{FF2B5EF4-FFF2-40B4-BE49-F238E27FC236}">
                    <a16:creationId xmlns:a16="http://schemas.microsoft.com/office/drawing/2014/main" id="{A334A069-99D9-0DB3-8138-8DBD046E2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4" name="Grafik 43" descr="Uhr mit einfarbiger Füllung">
                <a:extLst>
                  <a:ext uri="{FF2B5EF4-FFF2-40B4-BE49-F238E27FC236}">
                    <a16:creationId xmlns:a16="http://schemas.microsoft.com/office/drawing/2014/main" id="{E2FEFF93-4FF5-3866-873B-30D5B3F5C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5" name="Grafik 44" descr="Uhr mit einfarbiger Füllung">
                <a:extLst>
                  <a:ext uri="{FF2B5EF4-FFF2-40B4-BE49-F238E27FC236}">
                    <a16:creationId xmlns:a16="http://schemas.microsoft.com/office/drawing/2014/main" id="{D401EE5F-A671-D7CA-D798-EBC96EE27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E770892D-A928-0564-7ED7-9C8863AFA945}"/>
                </a:ext>
              </a:extLst>
            </p:cNvPr>
            <p:cNvGrpSpPr/>
            <p:nvPr/>
          </p:nvGrpSpPr>
          <p:grpSpPr>
            <a:xfrm>
              <a:off x="3069601" y="1426346"/>
              <a:ext cx="1166169" cy="3780652"/>
              <a:chOff x="4257934" y="1651000"/>
              <a:chExt cx="1166169" cy="3780652"/>
            </a:xfrm>
          </p:grpSpPr>
          <p:sp>
            <p:nvSpPr>
              <p:cNvPr id="47" name="Rechteck: abgerundete Ecken 46">
                <a:extLst>
                  <a:ext uri="{FF2B5EF4-FFF2-40B4-BE49-F238E27FC236}">
                    <a16:creationId xmlns:a16="http://schemas.microsoft.com/office/drawing/2014/main" id="{D12CEF6D-0DF8-8E34-6507-07CEDD83745C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48" name="Grafik 47" descr="Uhr mit einfarbiger Füllung">
                <a:extLst>
                  <a:ext uri="{FF2B5EF4-FFF2-40B4-BE49-F238E27FC236}">
                    <a16:creationId xmlns:a16="http://schemas.microsoft.com/office/drawing/2014/main" id="{B5F542B9-2101-D61F-BF6F-A2E2E60DE0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fik 48" descr="Uhr mit einfarbiger Füllung">
                <a:extLst>
                  <a:ext uri="{FF2B5EF4-FFF2-40B4-BE49-F238E27FC236}">
                    <a16:creationId xmlns:a16="http://schemas.microsoft.com/office/drawing/2014/main" id="{272FCEF8-7988-E933-8A34-FFB24444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0" name="Grafik 49" descr="Uhr mit einfarbiger Füllung">
                <a:extLst>
                  <a:ext uri="{FF2B5EF4-FFF2-40B4-BE49-F238E27FC236}">
                    <a16:creationId xmlns:a16="http://schemas.microsoft.com/office/drawing/2014/main" id="{CC92C69E-08B5-C38E-3210-2E46B66B9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E047543D-8B25-CDB4-EF59-0FBA10EEF624}"/>
                </a:ext>
              </a:extLst>
            </p:cNvPr>
            <p:cNvGrpSpPr/>
            <p:nvPr/>
          </p:nvGrpSpPr>
          <p:grpSpPr>
            <a:xfrm>
              <a:off x="4370257" y="1426346"/>
              <a:ext cx="1166169" cy="3780652"/>
              <a:chOff x="4257934" y="1651000"/>
              <a:chExt cx="1166169" cy="3780652"/>
            </a:xfrm>
          </p:grpSpPr>
          <p:sp>
            <p:nvSpPr>
              <p:cNvPr id="52" name="Rechteck: abgerundete Ecken 51">
                <a:extLst>
                  <a:ext uri="{FF2B5EF4-FFF2-40B4-BE49-F238E27FC236}">
                    <a16:creationId xmlns:a16="http://schemas.microsoft.com/office/drawing/2014/main" id="{AAFD782B-A163-6C96-E07D-A5F66D381D3B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53" name="Grafik 52" descr="Uhr mit einfarbiger Füllung">
                <a:extLst>
                  <a:ext uri="{FF2B5EF4-FFF2-40B4-BE49-F238E27FC236}">
                    <a16:creationId xmlns:a16="http://schemas.microsoft.com/office/drawing/2014/main" id="{B8DB9417-AF0E-506F-4160-61EFA2810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4" name="Grafik 53" descr="Uhr mit einfarbiger Füllung">
                <a:extLst>
                  <a:ext uri="{FF2B5EF4-FFF2-40B4-BE49-F238E27FC236}">
                    <a16:creationId xmlns:a16="http://schemas.microsoft.com/office/drawing/2014/main" id="{6DCC87C3-424E-9018-43EB-6D75B67DE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5" name="Grafik 54" descr="Uhr mit einfarbiger Füllung">
                <a:extLst>
                  <a:ext uri="{FF2B5EF4-FFF2-40B4-BE49-F238E27FC236}">
                    <a16:creationId xmlns:a16="http://schemas.microsoft.com/office/drawing/2014/main" id="{6C2728FC-60F8-1363-909C-212CED8E6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D519704C-2E5D-766E-7F43-511DB5F51E00}"/>
                </a:ext>
              </a:extLst>
            </p:cNvPr>
            <p:cNvGrpSpPr/>
            <p:nvPr/>
          </p:nvGrpSpPr>
          <p:grpSpPr>
            <a:xfrm>
              <a:off x="5670913" y="1426346"/>
              <a:ext cx="1166169" cy="3780652"/>
              <a:chOff x="4257934" y="1651000"/>
              <a:chExt cx="1166169" cy="3780652"/>
            </a:xfrm>
          </p:grpSpPr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D31B344A-0CB9-0871-21BE-27734342BCD1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58" name="Grafik 57" descr="Uhr mit einfarbiger Füllung">
                <a:extLst>
                  <a:ext uri="{FF2B5EF4-FFF2-40B4-BE49-F238E27FC236}">
                    <a16:creationId xmlns:a16="http://schemas.microsoft.com/office/drawing/2014/main" id="{DE0688F3-DDAC-96AE-A803-BD2F428AC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9" name="Grafik 58" descr="Uhr mit einfarbiger Füllung">
                <a:extLst>
                  <a:ext uri="{FF2B5EF4-FFF2-40B4-BE49-F238E27FC236}">
                    <a16:creationId xmlns:a16="http://schemas.microsoft.com/office/drawing/2014/main" id="{22280F4E-99CC-BB27-DF61-4014DBF69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0" name="Grafik 59" descr="Uhr mit einfarbiger Füllung">
                <a:extLst>
                  <a:ext uri="{FF2B5EF4-FFF2-40B4-BE49-F238E27FC236}">
                    <a16:creationId xmlns:a16="http://schemas.microsoft.com/office/drawing/2014/main" id="{EBABF812-DA5C-D763-0956-1C13E0E34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8F19A751-1C54-7FDD-8174-1F05692792C2}"/>
                </a:ext>
              </a:extLst>
            </p:cNvPr>
            <p:cNvGrpSpPr/>
            <p:nvPr/>
          </p:nvGrpSpPr>
          <p:grpSpPr>
            <a:xfrm>
              <a:off x="8272225" y="1426346"/>
              <a:ext cx="1166169" cy="3780652"/>
              <a:chOff x="4257934" y="1651000"/>
              <a:chExt cx="1166169" cy="3780652"/>
            </a:xfrm>
          </p:grpSpPr>
          <p:sp>
            <p:nvSpPr>
              <p:cNvPr id="62" name="Rechteck: abgerundete Ecken 61">
                <a:extLst>
                  <a:ext uri="{FF2B5EF4-FFF2-40B4-BE49-F238E27FC236}">
                    <a16:creationId xmlns:a16="http://schemas.microsoft.com/office/drawing/2014/main" id="{05713617-FB93-5AC2-050B-76E87C173823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63" name="Grafik 62" descr="Uhr mit einfarbiger Füllung">
                <a:extLst>
                  <a:ext uri="{FF2B5EF4-FFF2-40B4-BE49-F238E27FC236}">
                    <a16:creationId xmlns:a16="http://schemas.microsoft.com/office/drawing/2014/main" id="{60A6C242-1835-3151-8D89-E3E29F46E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4" name="Grafik 63" descr="Uhr mit einfarbiger Füllung">
                <a:extLst>
                  <a:ext uri="{FF2B5EF4-FFF2-40B4-BE49-F238E27FC236}">
                    <a16:creationId xmlns:a16="http://schemas.microsoft.com/office/drawing/2014/main" id="{7927A9E5-E4BF-1E9E-4CB1-C51635658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5" name="Grafik 64" descr="Uhr mit einfarbiger Füllung">
                <a:extLst>
                  <a:ext uri="{FF2B5EF4-FFF2-40B4-BE49-F238E27FC236}">
                    <a16:creationId xmlns:a16="http://schemas.microsoft.com/office/drawing/2014/main" id="{A6954B26-1169-3612-621A-A30FDE9B36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BCBAD081-59F5-BB33-A506-3129C1A2C2F3}"/>
                </a:ext>
              </a:extLst>
            </p:cNvPr>
            <p:cNvGrpSpPr/>
            <p:nvPr/>
          </p:nvGrpSpPr>
          <p:grpSpPr>
            <a:xfrm>
              <a:off x="9572884" y="1426346"/>
              <a:ext cx="1166169" cy="3780652"/>
              <a:chOff x="4257934" y="1651000"/>
              <a:chExt cx="1166169" cy="3780652"/>
            </a:xfrm>
          </p:grpSpPr>
          <p:sp>
            <p:nvSpPr>
              <p:cNvPr id="67" name="Rechteck: abgerundete Ecken 66">
                <a:extLst>
                  <a:ext uri="{FF2B5EF4-FFF2-40B4-BE49-F238E27FC236}">
                    <a16:creationId xmlns:a16="http://schemas.microsoft.com/office/drawing/2014/main" id="{234D5DD3-0B3B-757A-2CD5-0D6B61BB22DB}"/>
                  </a:ext>
                </a:extLst>
              </p:cNvPr>
              <p:cNvSpPr/>
              <p:nvPr/>
            </p:nvSpPr>
            <p:spPr>
              <a:xfrm>
                <a:off x="4257934" y="1651000"/>
                <a:ext cx="1166169" cy="3780652"/>
              </a:xfrm>
              <a:prstGeom prst="roundRect">
                <a:avLst>
                  <a:gd name="adj" fmla="val 955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pic>
            <p:nvPicPr>
              <p:cNvPr id="68" name="Grafik 67" descr="Uhr mit einfarbiger Füllung">
                <a:extLst>
                  <a:ext uri="{FF2B5EF4-FFF2-40B4-BE49-F238E27FC236}">
                    <a16:creationId xmlns:a16="http://schemas.microsoft.com/office/drawing/2014/main" id="{03E65261-238C-F564-56F7-6D12D0B68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17271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9" name="Grafik 68" descr="Uhr mit einfarbiger Füllung">
                <a:extLst>
                  <a:ext uri="{FF2B5EF4-FFF2-40B4-BE49-F238E27FC236}">
                    <a16:creationId xmlns:a16="http://schemas.microsoft.com/office/drawing/2014/main" id="{37C3B096-20BF-4EEA-1573-C4753017FF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30841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70" name="Grafik 69" descr="Uhr mit einfarbiger Füllung">
                <a:extLst>
                  <a:ext uri="{FF2B5EF4-FFF2-40B4-BE49-F238E27FC236}">
                    <a16:creationId xmlns:a16="http://schemas.microsoft.com/office/drawing/2014/main" id="{DA146ADC-3F0D-A728-DBB8-E6AB12E8C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383818" y="4441053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CB1A76D3-A7DB-0775-6F5D-3D98064D99E7}"/>
              </a:ext>
            </a:extLst>
          </p:cNvPr>
          <p:cNvGrpSpPr/>
          <p:nvPr/>
        </p:nvGrpSpPr>
        <p:grpSpPr>
          <a:xfrm>
            <a:off x="639739" y="1117599"/>
            <a:ext cx="10274409" cy="338554"/>
            <a:chOff x="639739" y="1117599"/>
            <a:chExt cx="10274409" cy="338554"/>
          </a:xfrm>
        </p:grpSpPr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F23A18BF-E922-4F4F-F11E-1A062F2E3746}"/>
                </a:ext>
              </a:extLst>
            </p:cNvPr>
            <p:cNvSpPr/>
            <p:nvPr/>
          </p:nvSpPr>
          <p:spPr>
            <a:xfrm>
              <a:off x="639739" y="1117599"/>
              <a:ext cx="10274409" cy="3302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745E8519-307B-9D65-E921-A04EFAD40FD6}"/>
                </a:ext>
              </a:extLst>
            </p:cNvPr>
            <p:cNvSpPr txBox="1"/>
            <p:nvPr/>
          </p:nvSpPr>
          <p:spPr>
            <a:xfrm>
              <a:off x="843231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I2C_1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1D3580D1-E649-B8A4-1A3D-9545F4EB8C75}"/>
                </a:ext>
              </a:extLst>
            </p:cNvPr>
            <p:cNvSpPr txBox="1"/>
            <p:nvPr/>
          </p:nvSpPr>
          <p:spPr>
            <a:xfrm>
              <a:off x="2143887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I2C_2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D9BD7D87-3664-9DD5-00E9-FF0991BFFB9B}"/>
                </a:ext>
              </a:extLst>
            </p:cNvPr>
            <p:cNvSpPr txBox="1"/>
            <p:nvPr/>
          </p:nvSpPr>
          <p:spPr>
            <a:xfrm>
              <a:off x="3444543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I2C_3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84CAC75F-BF02-E7F1-3B3D-76C145E55080}"/>
                </a:ext>
              </a:extLst>
            </p:cNvPr>
            <p:cNvSpPr txBox="1"/>
            <p:nvPr/>
          </p:nvSpPr>
          <p:spPr>
            <a:xfrm>
              <a:off x="4745199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I2C_4</a:t>
              </a:r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50625E96-867C-912F-31BB-5C39D4D0C5F4}"/>
                </a:ext>
              </a:extLst>
            </p:cNvPr>
            <p:cNvSpPr txBox="1"/>
            <p:nvPr/>
          </p:nvSpPr>
          <p:spPr>
            <a:xfrm>
              <a:off x="6045855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I2C_5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8FB575F0-02F4-74DC-CF80-B9712BB7DFB1}"/>
                </a:ext>
              </a:extLst>
            </p:cNvPr>
            <p:cNvSpPr txBox="1"/>
            <p:nvPr/>
          </p:nvSpPr>
          <p:spPr>
            <a:xfrm>
              <a:off x="7346511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I2C_6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619D8199-BAFB-9419-5954-A0756D90867F}"/>
                </a:ext>
              </a:extLst>
            </p:cNvPr>
            <p:cNvSpPr txBox="1"/>
            <p:nvPr/>
          </p:nvSpPr>
          <p:spPr>
            <a:xfrm>
              <a:off x="8647167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I2C_7</a:t>
              </a: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DA191CE8-0FD3-4055-CE32-BFC74BE2F9EE}"/>
                </a:ext>
              </a:extLst>
            </p:cNvPr>
            <p:cNvSpPr txBox="1"/>
            <p:nvPr/>
          </p:nvSpPr>
          <p:spPr>
            <a:xfrm>
              <a:off x="9947826" y="1117599"/>
              <a:ext cx="7210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600" b="1" dirty="0"/>
                <a:t>I2C_8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78B03BA-6630-5AE2-0180-B9CCC288EBF3}"/>
              </a:ext>
            </a:extLst>
          </p:cNvPr>
          <p:cNvGrpSpPr/>
          <p:nvPr/>
        </p:nvGrpSpPr>
        <p:grpSpPr>
          <a:xfrm>
            <a:off x="6178184" y="1655747"/>
            <a:ext cx="4457880" cy="885600"/>
            <a:chOff x="6178184" y="1655747"/>
            <a:chExt cx="4457880" cy="88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Freihand 1">
                  <a:extLst>
                    <a:ext uri="{FF2B5EF4-FFF2-40B4-BE49-F238E27FC236}">
                      <a16:creationId xmlns:a16="http://schemas.microsoft.com/office/drawing/2014/main" id="{0E9AB9B1-83A3-31D9-D847-9EC88C89FF00}"/>
                    </a:ext>
                  </a:extLst>
                </p14:cNvPr>
                <p14:cNvContentPartPr/>
                <p14:nvPr/>
              </p14:nvContentPartPr>
              <p14:xfrm>
                <a:off x="9916064" y="1667987"/>
                <a:ext cx="576000" cy="753840"/>
              </p14:xfrm>
            </p:contentPart>
          </mc:Choice>
          <mc:Fallback>
            <p:pic>
              <p:nvPicPr>
                <p:cNvPr id="2" name="Freihand 1">
                  <a:extLst>
                    <a:ext uri="{FF2B5EF4-FFF2-40B4-BE49-F238E27FC236}">
                      <a16:creationId xmlns:a16="http://schemas.microsoft.com/office/drawing/2014/main" id="{0E9AB9B1-83A3-31D9-D847-9EC88C89FF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907064" y="1659347"/>
                  <a:ext cx="59364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Freihand 2">
                  <a:extLst>
                    <a:ext uri="{FF2B5EF4-FFF2-40B4-BE49-F238E27FC236}">
                      <a16:creationId xmlns:a16="http://schemas.microsoft.com/office/drawing/2014/main" id="{1954BBEF-B9B2-E350-2AEC-4163FD05B0E4}"/>
                    </a:ext>
                  </a:extLst>
                </p14:cNvPr>
                <p14:cNvContentPartPr/>
                <p14:nvPr/>
              </p14:nvContentPartPr>
              <p14:xfrm>
                <a:off x="9811304" y="1828547"/>
                <a:ext cx="824760" cy="402120"/>
              </p14:xfrm>
            </p:contentPart>
          </mc:Choice>
          <mc:Fallback>
            <p:pic>
              <p:nvPicPr>
                <p:cNvPr id="3" name="Freihand 2">
                  <a:extLst>
                    <a:ext uri="{FF2B5EF4-FFF2-40B4-BE49-F238E27FC236}">
                      <a16:creationId xmlns:a16="http://schemas.microsoft.com/office/drawing/2014/main" id="{1954BBEF-B9B2-E350-2AEC-4163FD05B0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02304" y="1819907"/>
                  <a:ext cx="8424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Freihand 4">
                  <a:extLst>
                    <a:ext uri="{FF2B5EF4-FFF2-40B4-BE49-F238E27FC236}">
                      <a16:creationId xmlns:a16="http://schemas.microsoft.com/office/drawing/2014/main" id="{C2B7524E-89B5-033B-7D52-E4167DDAC16D}"/>
                    </a:ext>
                  </a:extLst>
                </p14:cNvPr>
                <p14:cNvContentPartPr/>
                <p14:nvPr/>
              </p14:nvContentPartPr>
              <p14:xfrm>
                <a:off x="8680544" y="1655747"/>
                <a:ext cx="556560" cy="825480"/>
              </p14:xfrm>
            </p:contentPart>
          </mc:Choice>
          <mc:Fallback>
            <p:pic>
              <p:nvPicPr>
                <p:cNvPr id="5" name="Freihand 4">
                  <a:extLst>
                    <a:ext uri="{FF2B5EF4-FFF2-40B4-BE49-F238E27FC236}">
                      <a16:creationId xmlns:a16="http://schemas.microsoft.com/office/drawing/2014/main" id="{C2B7524E-89B5-033B-7D52-E4167DDAC1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71544" y="1646747"/>
                  <a:ext cx="574200" cy="8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Freihand 5">
                  <a:extLst>
                    <a:ext uri="{FF2B5EF4-FFF2-40B4-BE49-F238E27FC236}">
                      <a16:creationId xmlns:a16="http://schemas.microsoft.com/office/drawing/2014/main" id="{F34A8CAF-7A6E-3C48-779E-79F54367A840}"/>
                    </a:ext>
                  </a:extLst>
                </p14:cNvPr>
                <p14:cNvContentPartPr/>
                <p14:nvPr/>
              </p14:nvContentPartPr>
              <p14:xfrm>
                <a:off x="8674424" y="1822427"/>
                <a:ext cx="765720" cy="513360"/>
              </p14:xfrm>
            </p:contentPart>
          </mc:Choice>
          <mc:Fallback>
            <p:pic>
              <p:nvPicPr>
                <p:cNvPr id="6" name="Freihand 5">
                  <a:extLst>
                    <a:ext uri="{FF2B5EF4-FFF2-40B4-BE49-F238E27FC236}">
                      <a16:creationId xmlns:a16="http://schemas.microsoft.com/office/drawing/2014/main" id="{F34A8CAF-7A6E-3C48-779E-79F54367A8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65424" y="1813427"/>
                  <a:ext cx="78336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E78DDA02-03D2-7907-F2D3-7372888AFFD3}"/>
                    </a:ext>
                  </a:extLst>
                </p14:cNvPr>
                <p14:cNvContentPartPr/>
                <p14:nvPr/>
              </p14:nvContentPartPr>
              <p14:xfrm>
                <a:off x="7370504" y="1686347"/>
                <a:ext cx="663840" cy="677160"/>
              </p14:xfrm>
            </p:contentPart>
          </mc:Choice>
          <mc:Fallback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E78DDA02-03D2-7907-F2D3-7372888AFF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61864" y="1677707"/>
                  <a:ext cx="6814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01FECD0E-7FCA-3B08-1618-900A2F5CDBC8}"/>
                    </a:ext>
                  </a:extLst>
                </p14:cNvPr>
                <p14:cNvContentPartPr/>
                <p14:nvPr/>
              </p14:nvContentPartPr>
              <p14:xfrm>
                <a:off x="7425944" y="1715507"/>
                <a:ext cx="727560" cy="644760"/>
              </p14:xfrm>
            </p:contentPart>
          </mc:Choice>
          <mc:Fallback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01FECD0E-7FCA-3B08-1618-900A2F5CDB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17304" y="1706507"/>
                  <a:ext cx="74520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24100564-C78C-99CA-BB42-1C946FBF0B79}"/>
                    </a:ext>
                  </a:extLst>
                </p14:cNvPr>
                <p14:cNvContentPartPr/>
                <p14:nvPr/>
              </p14:nvContentPartPr>
              <p14:xfrm>
                <a:off x="6178184" y="1772747"/>
                <a:ext cx="541440" cy="768600"/>
              </p14:xfrm>
            </p:contentPart>
          </mc:Choice>
          <mc:Fallback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24100564-C78C-99CA-BB42-1C946FBF0B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69544" y="1764107"/>
                  <a:ext cx="559080" cy="78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2D794BE6-34D3-220B-246F-9FB1952B4D2E}"/>
                    </a:ext>
                  </a:extLst>
                </p14:cNvPr>
                <p14:cNvContentPartPr/>
                <p14:nvPr/>
              </p14:nvContentPartPr>
              <p14:xfrm>
                <a:off x="6239744" y="1684547"/>
                <a:ext cx="781200" cy="768240"/>
              </p14:xfrm>
            </p:contentPart>
          </mc:Choice>
          <mc:Fallback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2D794BE6-34D3-220B-246F-9FB1952B4D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31104" y="1675907"/>
                  <a:ext cx="798840" cy="78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E7F093A-4EE0-8855-A92B-E408496CF595}"/>
                  </a:ext>
                </a:extLst>
              </p14:cNvPr>
              <p14:cNvContentPartPr/>
              <p14:nvPr/>
            </p14:nvContentPartPr>
            <p14:xfrm>
              <a:off x="10947824" y="747467"/>
              <a:ext cx="360" cy="36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E7F093A-4EE0-8855-A92B-E408496CF59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39184" y="73882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966B9C00-F3E5-2E4C-1E31-8C5B68CD057E}"/>
                  </a:ext>
                </a:extLst>
              </p14:cNvPr>
              <p14:cNvContentPartPr/>
              <p14:nvPr/>
            </p14:nvContentPartPr>
            <p14:xfrm>
              <a:off x="10947824" y="747467"/>
              <a:ext cx="360" cy="36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966B9C00-F3E5-2E4C-1E31-8C5B68CD05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39184" y="73882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541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Zwyssig Marino TA.M.2201</dc:creator>
  <cp:lastModifiedBy>Zwyssig Marino TA.M.2201</cp:lastModifiedBy>
  <cp:revision>3</cp:revision>
  <dcterms:created xsi:type="dcterms:W3CDTF">2026-02-22T14:46:22Z</dcterms:created>
  <dcterms:modified xsi:type="dcterms:W3CDTF">2026-02-22T17:17:57Z</dcterms:modified>
</cp:coreProperties>
</file>