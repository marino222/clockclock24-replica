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5:54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449 821 24575,'-1'-28'0,"-1"0"0,-1 0 0,-1 0 0,-2 1 0,-1 0 0,-1 0 0,-16-37 0,-5-3 0,-2 2 0,-73-113 0,59 112 163,25 33-109,-29-33 1,40 56-289,0 0 0,-1 0 0,0 1 0,0 0 1,-1 1-1,-24-13 0,13 10-6592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5:54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5:55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24575,'24'1'0,"0"1"0,-1 1 0,1 1 0,-1 1 0,0 1 0,33 13 0,-9 1 0,85 50 0,-90-46 0,-26-16 0,0 1 0,-1 0 0,0 2 0,0-1 0,21 22 0,-25-20-1365,-1-3-5461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5:56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24575,'350'-29'0,"-106"4"0,-244 25 0,0 0 0,0 0 0,0 0 0,0 0 0,0 0 0,-1 0 0,1 0 0,0 0 0,0 0 0,0 1 0,0-1 0,0 0 0,0 0 0,0 0 0,0 0 0,0 0 0,0 0 0,0 0 0,0 0 0,0 0 0,0 0 0,0 0 0,0 1 0,0-1 0,0 0 0,0 0 0,0 0 0,0 0 0,0 0 0,0 0 0,0 0 0,0 0 0,0 1 0,0-1 0,0 0 0,0 0 0,0 0 0,0 0 0,0 0 0,0 0 0,0 0 0,0 0 0,0 0 0,0 0 0,0 0 0,0 1 0,0-1 0,0 0 0,1 0 0,-1 0 0,0 0 0,0 0 0,0 0 0,0 0 0,0 0 0,0 0 0,0 0 0,0 0 0,0 0 0,0 0 0,1 0 0,-1 0 0,0 0 0,0 0 0,0 0 0,0 0 0,0 0 0,0 0 0,0 0 0,-10 11 0,-26 17 0,24-18 0,-19 18 0,1 1 0,-39 49 0,-15 16 0,69-79 0,0-1 0,-1 0 0,-24 15 0,39-28 0,0-1 0,0 1 0,0-1 0,0 0 0,0 1 0,-1-1 0,1 0 0,0 0 0,0 0 0,0 0 0,0 0 0,0 0 0,0 0 0,0 0 0,0 0 0,0 0 0,0 0 0,-1-1 0,1 1 0,0 0 0,0-1 0,0 1 0,0-1 0,0 1 0,1-1 0,-1 0 0,0 1 0,0-1 0,0 0 0,0 0 0,1 1 0,-1-1 0,0 0 0,1 0 0,-1 0 0,0-1 0,-3-5 0,0 0 0,1 0 0,-5-16 0,4 14 0,-28-91 0,20 59 0,-30-68 0,24 80-1365,9 20-5461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0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0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24575,'6'0'0,"5"0"0,3 0 0,3 0 0,2 0 0,-1 0 0,-2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1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24575,'865'0'-1365,"-850"0"-5461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2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8 24575,'0'-3'0,"-3"-1"0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3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24575,'5'1'0,"0"-1"0,0 1 0,-1 1 0,1-1 0,0 0 0,-1 1 0,1 0 0,-1 0 0,1 1 0,6 4 0,39 34 0,-33-25 0,0 0 0,-2 1 0,0 1 0,18 29 0,-26-37 0,-2 0 0,1 1 0,-1 0 0,-1 1 0,0-1 0,-1 1 0,0-1 0,-1 1 0,0 0 0,1 19 0,-5 179-1365,2-194-5461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4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24575,'3'0'0,"7"0"0,8 3 0,7 1 0,5 3 0,0 0 0,2-1 0,0 1 0,-1 0 0,-3-1 0,-4-3 0,-3 3 0,-4-1-8191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24575,'3'0'0,"1"3"0,2 4 0,5 7 0,1 3 0,1 3 0,-1-2 0,-1-2 0,0 0 0,-2 0 0,-2 1 0,-2-1 0,0-2 0,0 0 0,-1-3-8191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4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24575,'-3'0'0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4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24575,'3'0'0,"4"0"0,4-3 0,2-1 0,0-2 0,-2-1-8191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5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24575,'3'0'0,"4"0"0,4 0 0,2 0 0,0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24575,'54'-1'0,"-1"2"0,1 3 0,80 16 0,26 9 0,-56-12 0,-17 0 0,-61-11 0,1-1 0,48 3 0,-25-7 0,150-3 0,-195 1-170,1 0-1,-1 1 0,1-2 1,-1 1-1,0-1 0,0 1 1,7-4-1,-1-2-6655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7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7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2 211 24575,'0'-3'0,"0"-4"0,0-4 0,3 1 0,1-2 0,0-2 0,-1-1 0,-1-1 0,0-1 0,-2-1 0,1 0 0,-4 4 0,-1 0 0,-1-1 0,2 1 0,-2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7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71 24575,'0'-3'0,"0"-4"0,-3-1 0,-1-2 0,-2 1 0,-2-2 0,3-1 0,-3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08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9 24575,'3'3'0,"-1"-1"0,1 1 0,-1 0 0,0 0 0,0 1 0,0-1 0,0 0 0,0 1 0,-1-1 0,0 1 0,1-1 0,-1 1 0,-1 0 0,1-1 0,0 1 0,-1 0 0,0 0 0,0-1 0,0 1 0,0 0 0,-1 0 0,1-1 0,-2 6 0,0-3 0,0-1 0,-1 0 0,1 0 0,-1 1 0,0-2 0,0 1 0,-1 0 0,1-1 0,-1 1 0,0-1 0,0 0 0,-1-1 0,1 1 0,-1-1 0,-5 4 0,3-4 0,-1 0 0,0 0 0,-1 0 0,1-1 0,0-1 0,0 1 0,-1-1 0,1-1 0,-1 1 0,1-2 0,-1 1 0,1-1 0,-1 0 0,1-1 0,0 0 0,-11-4 0,17 5 0,0-1 0,0 1 0,0-1 0,0 0 0,0 0 0,0 0 0,0 0 0,1 0 0,-1 0 0,1-1 0,-1 1 0,1-1 0,0 1 0,0-1 0,0 1 0,0-1 0,1 1 0,-1-1 0,1 0 0,-1 1 0,1-1 0,0 0 0,0 0 0,1-3 0,-1-7 0,1 0 0,1-1 0,5-19 0,4 1-1365,-5 20-5461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4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24575,'0'1'0,"0"-1"0,1 1 0,-1 0 0,0-1 0,0 1 0,1 0 0,-1-1 0,0 1 0,1-1 0,-1 1 0,1-1 0,-1 1 0,1-1 0,-1 1 0,1-1 0,-1 1 0,1-1 0,-1 0 0,1 1 0,0-1 0,-1 0 0,1 1 0,-1-1 0,1 0 0,0 0 0,-1 0 0,3 1 0,21 2 0,-21-3 0,282 4 0,-154-6 0,-94 2 0,-1-1 0,53-9 0,-46 5 0,1 1 0,86 4 0,-49 2 0,-46-2-1365,-20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4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131 481 24575,'1'-12'0,"0"0"0,1 0 0,1 0 0,6-20 0,6-28 0,-11 28 0,-2 0 0,-1 1 0,-4-34 0,2 61 0,1 0 0,-1 1 0,0-1 0,-1 1 0,1-1 0,-1 1 0,1-1 0,-1 1 0,0 0 0,0 0 0,-5-5 0,-32-30 0,20 21 0,-56-51-1365,64 57-5461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4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37 24575,'-3'0'0,"-4"-3"0,-4-4 0,-3 0 0,2-3 0,1 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5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6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24575,'759'0'-1365,"-744"0"-5461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7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24575,'5'1'0,"-1"-1"0,1 1 0,-1 0 0,1 1 0,-1-1 0,1 1 0,-1 0 0,0 0 0,0 0 0,0 1 0,0-1 0,0 1 0,4 5 0,5 3 0,-1 2 0,13 15 0,-16-16 31,0-1 0,-1 2 0,-1-1 0,0 1 0,-1 0 0,0 1 0,-1 0 0,0-1 0,-1 2 0,2 16 0,-1 10-562,-2 1-1,-3 52 0,0-89 421,0 10-6715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9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24575,'653'0'-1365,"-638"0"-5461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39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24575,'15'0'0,"8"0"0,3 0 0,9 0 0,5 0 0,-2 0 0,-7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0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24575,'4'1'0,"-1"-1"0,1 1 0,-1 0 0,1 0 0,0 0 0,-1 0 0,0 1 0,1 0 0,-1 0 0,0-1 0,5 6 0,30 27 0,-11-5 0,-2 1 0,27 43 0,35 72 0,-82-137 0,-1 0 21,1-1-160,0 1 0,-1 0 1,0 0-1,0 1 1,-1-1-1,0 1 1,-1-1-1,0 1 1,2 12-1,-4-6-6687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1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24575,'3'0'0,"4"0"0,4 0 0,6 0 0,6 0 0,2 0 0,3 0 0,-3 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3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24575,'865'0'-1365,"-850"0"-5461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24575,'11'1'0,"0"1"0,0 0 0,0 1 0,-1 0 0,1 1 0,-1 0 0,14 7 0,8 4 0,19 5 0,66 38 0,-100-48 0,-1 0 0,0 2 0,0 0 0,-1 0 0,-1 2 0,0 0 0,18 24 0,-18-19 86,-1 1-1,-1 1 0,17 37 1,-24-44-300,0 0 1,-1 0 0,-1 0-1,0 0 1,-1 1 0,-1-1-1,0 20 1,-1-19-6613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5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24575,'2'2'0,"1"0"0,-1-1 0,1 1 0,0-1 0,-1 0 0,1 0 0,0 0 0,0 0 0,0 0 0,-1 0 0,7 0 0,36 1 0,-28-2 0,229 0 0,-207-4 0,41-10 0,-45 7 0,55-3 0,12 0 0,-32 1 0,-16 4 159,119-6-1683,-158 11-5302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6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24575,'6'0'0,"0"1"0,0 0 0,0 0 0,0 0 0,0 1 0,0 0 0,0 0 0,8 5 0,44 29 0,-22-13 0,-13-9 0,-1 1 0,-1 0 0,32 30 0,-41-33 0,-1 1 0,0 0 0,-1 1 0,0 0 0,-1 0 0,13 28 0,-16-26-268,-1 0-1,-1 1 1,-1-1-1,2 21 1,-5-37 245,3 22-6803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8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24575,'124'-1'0,"133"3"0,-150 6 0,39 2 0,-116-11 0,0 2 0,54 9 0,24 11 0,-83-19-142,49 0-1,-54-3-937,-5 1-5746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16:49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24575,'12'1'0,"-1"0"0,1 1 0,-1 0 0,1 1 0,-1 0 0,0 1 0,0 0 0,0 1 0,18 10 0,7 8 0,44 36 0,-63-46 0,-10-8 0,-1 0 0,1 0 0,-1 1 0,0 0 0,0 0 0,-1 0 0,0 1 0,0 0 0,0 0 0,-1 0 0,0 0 0,-1 1 0,4 9 0,-2 1-67,-1 1 0,-2-1 0,1 1 0,-2-1 0,0 1 0,-3 20 0,2-16-829,-1-8-5930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22:13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4 24575,'-66'-2'0,"30"1"0,-67 5 0,100-3 0,0-1 0,0 1 0,1 1 0,-1-1 0,0 0 0,0 1 0,1-1 0,-1 1 0,1 0 0,-1-1 0,1 1 0,0 1 0,0-1 0,0 0 0,0 0 0,0 1 0,0-1 0,1 1 0,-1 0 0,1-1 0,0 1 0,0 0 0,0 0 0,0 0 0,0 0 0,0 0 0,1 0 0,0 0 0,-1 4 0,0 7 0,0 0 0,1 0 0,1-1 0,0 1 0,4 17 0,9 25 0,41 105 0,-42-133 0,1 0 0,2-1 0,0-1 0,2 0 0,1-1 0,0-1 0,2-1 0,1-1 0,44 35 0,-54-49 0,1 1 0,0-2 0,0 0 0,1 0 0,0-1 0,0-1 0,0 0 0,27 4 0,-14-4 0,0-2 0,0-1 0,54-3 0,-76 0 0,0 1 0,1-1 0,-1 0 0,0 0 0,0 0 0,0-1 0,0 0 0,0 0 0,0 0 0,-1-1 0,1 1 0,-1-1 0,1 0 0,-1 0 0,0-1 0,7-7 0,-7 6 0,0-1 0,0-1 0,-1 1 0,0 0 0,0-1 0,0 0 0,-1 1 0,0-1 0,0 0 0,-1 0 0,1 0 0,-1-8 0,1-8-151,-1 0-1,-1 0 0,-2 0 0,0 0 1,-1 0-1,-1 1 0,-1-1 1,-11-28-1,2 16-6674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22:14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1 369 24575,'20'-1'0,"1"0"0,-1-2 0,1 0 0,-1-2 0,31-10 0,94-46 0,-96 38 0,365-177 0,-386 185 0,-16 7 0,0 2 0,0 0 0,0 0 0,1 1 0,22-5 0,-34 10 0,-1 0 0,1 0 0,0 0 0,-1 0 0,1 0 0,0 1 0,-1-1 0,1 0 0,-1 0 0,1 1 0,0-1 0,-1 0 0,1 1 0,-1-1 0,1 1 0,-1-1 0,0 1 0,1-1 0,-1 1 0,1-1 0,-1 1 0,0-1 0,1 1 0,-1-1 0,0 1 0,0 0 0,1-1 0,-1 1 0,0-1 0,0 1 0,0 0 0,0-1 0,0 1 0,0 0 0,0-1 0,0 1 0,0 0 0,0-1 0,0 1 0,0 0 0,-1 0 0,-4 35 0,4-33 0,-57 230-30,-6 25 145,52-194-599,2 1 1,-1 69 0,11-108-6343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22:15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1 167 24575,'7'-7'0,"2"-6"0,15-8 0,9-1 0,18-3 0,26-5 0,27 3 0,-2 5-8191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22:15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698 1 24575,'13'4'0,"0"1"0,0 0 0,0 2 0,-1-1 0,0 1 0,0 1 0,-1 0 0,20 19 0,-26-22 0,0 1 0,0-1 0,-1 1 0,0 0 0,0 1 0,0-1 0,-1 1 0,0-1 0,0 1 0,-1 0 0,0 0 0,0 0 0,-1 0 0,1 1 0,-2-1 0,1 0 0,-1 1 0,-1 11 0,-1-7 0,0 0 0,0 0 0,-2 0 0,1 0 0,-1-1 0,-1 1 0,0-1 0,-1-1 0,-11 18 0,6-13 0,-1 0 0,-1-1 0,0-1 0,-1 0 0,-25 18 0,1-6 0,-1-2 0,0-2 0,-2-1 0,-60 20 0,-160 32 0,116-36 0,99-18 0,45-17 0,0-1 0,0 1 0,-1 0 0,1 0 0,0-1 0,0 1 0,0 0 0,0 0 0,0 0 0,1 0 0,-1 0 0,0 0 0,-1 2 0,2-2 0,0 0 0,0-1 0,0 1 0,0 0 0,0-1 0,0 1 0,0-1 0,1 1 0,-1 0 0,0-1 0,0 1 0,0-1 0,1 1 0,-1 0 0,0-1 0,0 1 0,1-1 0,-1 1 0,1-1 0,-1 1 0,0-1 0,1 1 0,-1-1 0,1 0 0,-1 1 0,1-1 0,-1 1 0,1-1 0,0 0 0,0 1 0,15 6 0,0 0 0,1 0 0,0-2 0,0 0 0,0-1 0,30 3 0,-4 0 0,276 70-1365,-283-66-5461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21:22:16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1 24575,'143'46'0,"217"105"0,-350-147 0,38 23 0,-46-26 0,0 0 0,0 1 0,0-1 0,-1 0 0,1 1 0,0-1 0,-1 1 0,1-1 0,-1 1 0,1 0 0,-1 0 0,0 0 0,0-1 0,0 1 0,0 0 0,0 1 0,0-1 0,0 3 0,-1-3 0,0-1 0,-1 0 0,1 1 0,-1-1 0,0 0 0,1 0 0,-1 1 0,0-1 0,0 0 0,1 0 0,-1 0 0,0 0 0,0 0 0,0 0 0,0 0 0,-1 0 0,1-1 0,0 1 0,0 0 0,0-1 0,-1 1 0,1-1 0,-2 1 0,-39 12 0,36-12 0,-131 29 0,66-16 0,-129 42 0,198-55 0,-1 0 0,0 0 0,0 0 0,0 0 0,0 1 0,1-1 0,-1 1 0,1 0 0,-1 0 0,1 0 0,0 0 0,-1 0 0,1 1 0,0-1 0,1 0 0,-1 1 0,0 0 0,1-1 0,-1 1 0,1 0 0,0 0 0,0 0 0,0 0 0,0 3 0,1-2 0,0 0 0,0 0 0,1 0 0,-1 0 0,1 1 0,0-1 0,0-1 0,1 1 0,-1 0 0,1 0 0,0 0 0,0-1 0,0 1 0,1-1 0,-1 1 0,1-1 0,3 3 0,56 53 0,-46-46 0,-1 1 0,-1 0 0,0 1 0,12 17 0,-25-31 0,0 0 0,0 1 0,-1-1 0,1 0 0,-1 0 0,1 1 0,-1-1 0,1 1 0,-1-1 0,0 0 0,1 1 0,-1-1 0,0 0 0,0 1 0,0-1 0,0 1 0,-1-1 0,1 1 0,0-1 0,-1 0 0,1 1 0,0-1 0,-1 0 0,0 1 0,1-1 0,-1 0 0,0 0 0,1 0 0,-1 0 0,0 1 0,0-1 0,0 0 0,0 0 0,0-1 0,0 1 0,-1 0 0,1 0 0,0 0 0,0-1 0,-1 1 0,1-1 0,-2 1 0,-7 4 0,0 0 0,-1-2 0,-22 6 0,29-8 0,-48 8 0,0-3 0,-1-2 0,1-2 0,-65-6 0,15 1 0,79 3-1365,4 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12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14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2569 3358 24575,'1'-100'0,"14"-102"0,-7 105 0,-5-123 0,-4 127 0,0 65 0,-2 0 0,-6-29 0,3 27 0,-2-45 0,7 45 0,-2 1 0,-1-1 0,-1 1 0,-1 0 0,-2 1 0,-20-49 0,21 55 0,0 0 0,1-1 0,-3-23 0,4 17 0,-11-35 0,-23-79 0,-8-21 0,28 106 0,14 38 0,-1 1 0,-1 0 0,-1 0 0,0 0 0,-16-24 0,13 26 0,1-1 0,1 0 0,-8-23 0,2 6 0,-9-28 0,15 37 0,-17-33 0,-22-22 0,-64-83 0,5 10 0,91 132 0,0 1 0,-32-30 0,26 28 0,-26-34 0,30 35 0,-1 1 0,-1 1 0,-1 1 0,-29-21 0,37 30 0,-105-71 0,2 8 0,104 65 0,-1 0 0,0 1 0,0 1 0,-28-9 0,-21-11 0,28 10 0,0 3 0,-50-14 0,18 6 0,40 14 0,0 1 0,-1 2 0,1 0 0,-50 1 0,52 3 0,0-1 0,0-1 0,0-1 0,1-1 0,-1-1 0,-31-12 0,34 9 0,-16-8 0,0 1 0,-1 3 0,-46-10 0,30 11 0,25 5 0,0 1 0,-44-2 0,52 7 0,-11 0 0,0-1 0,0-2 0,-43-9 0,54 7-1365,1 2-5461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14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 24575,'0'-4'0,"-5"-2"0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15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24575,'546'0'0,"-486"-3"0,112-21 0,-17 2 0,-121 19-682,51-12-1,-62 9-6143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16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24575,'7'2'0,"0"-1"0,0 2 0,0-1 0,-1 1 0,1 0 0,0 1 0,-1-1 0,0 1 0,0 0 0,0 1 0,9 9 0,-1-2 0,30 25 0,60 67 0,-43-40 0,-38-41 0,8 9 0,1-2 0,41 30 0,-53-44 0,31 30 0,-32-27 0,28 21 0,-26-24 0,38 39 0,-48-40-1365,-2-1-5461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19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22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3307 2161 24575,'0'-32'0,"-2"0"0,-1 0 0,-2 0 0,0 1 0,-3 0 0,0 0 0,-2 1 0,-23-49 0,-31-69 0,-13-24 0,54 121 0,14 28 0,-1 1 0,-14-22 0,-52-90 0,-6-26 0,2 24 0,19 38 0,-36-50 0,83 130 0,-1 1 0,0 1 0,-1 0 0,-1 1 0,0 1 0,-20-13 0,-36-19 0,-284-162 0,242 156 0,-228-68 0,244 82 0,76 28 0,0 0 0,0 2 0,-1 0 0,-27-4 0,-71-14 0,82 16 0,-82-10 0,-142 17 0,157 4 0,92-1 0,0 1 0,0 0 0,-1 1 0,1 0 0,-19 7 0,28-7 0,1 0 0,0 0 0,-1 0 0,1 1 0,0 0 0,1 0 0,-1 0 0,0 1 0,1 0 0,0 0 0,0 0 0,0 0 0,0 0 0,1 1 0,-1 0 0,1-1 0,-2 7 0,-9 17 0,-28 43 0,35-58 0,1-1 0,0 1 0,1 0 0,1 0 0,-5 19 0,5-16 0,-1 0 0,0 0 0,-9 18 0,-34 58 0,-52 93 0,86-160 0,1 1 0,-13 37 0,-2 6 0,-50 121 0,58-132 0,2 0 0,2 1 0,3 1 0,3 0 0,-3 82 0,9 285 0,7-224 0,-4-197 0,1 1 0,-1-1 0,2 1 0,-1-1 0,1 1 0,0-1 0,0 1 0,1-1 0,-1 0 0,2 1 0,-1-1 0,1 0 0,0-1 0,0 1 0,0 0 0,1-1 0,0 0 0,0 1 0,5 4 0,22 20 0,-17-17 0,-1 1 0,21 25 0,7 18 0,47 73 0,-82-120 0,17 32 0,2-2 0,50 64 0,78 57 0,-131-136-1365,-5-3-5461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8:35:23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0 24575,'2'8'0,"-1"-1"0,1 1 0,1-1 0,-1 0 0,1 0 0,1 0 0,6 12 0,0 0 0,135 260 0,-112-242 0,-32-37 0,-1 1 0,0-1 0,0 0 0,0 0 0,0 0 0,0 1 0,0-1 0,0 0 0,0 0 0,0 1 0,0-1 0,0 0 0,0 0 0,0 0 0,0 1 0,0-1 0,0 0 0,-1 0 0,1 0 0,0 1 0,0-1 0,0 0 0,0 0 0,0 0 0,0 1 0,-1-1 0,1 0 0,0 0 0,0 0 0,0 0 0,0 0 0,-1 1 0,1-1 0,0 0 0,0 0 0,0 0 0,-1 0 0,1 0 0,0 0 0,0 0 0,-1 0 0,1 0 0,0 0 0,0 0 0,0 0 0,-1 0 0,1 0 0,0 0 0,0 0 0,-1 0 0,1 0 0,0 0 0,-17 1 0,16-1 0,-59 0 0,-153-5 0,204 4-170,0 0-1,0-1 0,1 0 1,-1 0-1,1-1 0,0 0 1,-15-8-1,9 2-6655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8D157-E88E-A5CE-4365-A6BB8E284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005D619-1F73-68AB-EDAA-C65605BEA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EE3088-0DB3-F99A-6A6B-C74467C3B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5E2F01-590C-2AEF-9908-82132A77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EE001F-0B98-870C-5C16-96CDD606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41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C40FD3-09BB-79E8-6337-3B6CAD2A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50D9D9-ED09-2BB9-B3C3-D61CDE9D6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91F44B-52B0-7791-04D5-776F7CC4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CB53B4-BCA8-7D08-90FE-778CF722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CCC238-790A-EAE2-0962-2DCD135F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7920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F4DA7-C505-6346-4C01-02E148C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164AB8-915B-0366-C9E9-A6A25AE3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BB81A8-CAAB-376F-BB05-C3DD4B7C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194528-AE25-0481-2C19-E6C5138C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6E51A2-B00B-2794-67F4-66F1044F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443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F5B821-9663-CCEA-957C-50E77145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A38A97-EA1C-6405-6487-2055A7E04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B47D9F-CA6C-9B1D-48A8-5312AB428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CB23DA-BAC4-0DE1-A73C-EE34172BF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97D6F8-E20A-BE89-C8F4-8157AD17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257366-7B93-0468-AD53-B70DFDBE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1312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D515EF-3AAC-AA27-F77F-941BA85C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A40603-7F82-9154-5CBD-05507657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0D41D8-E422-A93B-3500-B985C7258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09B69AB-99DF-01B6-2D50-D85396802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D5640F-50AC-D9E6-0062-3994CD0B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3A1DA41-8980-1CEB-6D19-58B899C2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2C0F06E-3673-5E25-269C-3AF129A0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B74C12E-B203-961D-895D-4519DA57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9875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649E52-0978-39C1-2A6E-C7D57041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D787FC8-FC2E-5C41-B71C-282172B8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4F333C-25D2-5375-CF6F-B71A5D50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12ABD4-92FD-998D-F74C-DB78C42A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29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80D3E7E-0050-54F9-BC07-34B15C41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736088-ED80-A5C8-B50E-33AFB412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8C039F-92D4-0161-FCAD-F2172184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9772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D100D-A08B-0B58-AC1E-8DD8720E0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EDDC79-7120-8726-EF39-4985F2CD0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777F26-8F81-6C5E-57BB-1B8FE2201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DE9CA0-20BC-0D0C-872D-920A5D58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49A4FC-9C42-1FC2-39BF-4DD939B2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E8C72E-F9AF-C776-B5C5-4977F4F0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2284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52E42-80C6-300F-CAB3-C8A812AC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4F14226-BDF8-70B2-A9C4-5B1942B0F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C21031-B168-9066-3DFC-6C2E46C35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CC1600-130C-34EF-2670-9D6B9984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7F9BB6-8BC7-2151-9F19-3BFA80F8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58D33B-A055-2690-C4E4-F0D88DD4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7599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F06D73-E5E3-D411-E9BD-987F52F2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09BAD3-5F49-FCAD-AB68-79F1EF4DA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6410F6-8401-B330-4AC3-774F0EE5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46867F-952A-10C1-666D-C48145EC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AB68CB-C3CF-06B9-9D82-579D70B1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023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657048C-CDAA-5ECE-5812-60B7BBA21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E93769-D370-1B08-79F8-4EC97863D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0267A9-DAF5-3B0B-4BBB-F129A9EC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20E575-1E93-D4BD-2EB9-57766B485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734AB8-4862-29A3-7236-7DD0FA3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194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83A4D8C-312C-EDDF-334C-E6F7901E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233EF-068C-623A-6985-D843341B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8E56C7-BA51-0926-0D49-C8BFBC46D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F5554-3AB7-448E-A634-1626089A6DCE}" type="datetimeFigureOut">
              <a:rPr lang="de-CH" smtClean="0"/>
              <a:t>31.05.2026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682D97-D175-087B-B620-AF63B10F7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885C59-4DC6-556A-2A5C-D33E483CB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833EE-F392-48CE-8302-6699C633547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360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customXml" Target="../ink/ink13.xml"/><Relationship Id="rId39" Type="http://schemas.openxmlformats.org/officeDocument/2006/relationships/customXml" Target="../ink/ink20.xml"/><Relationship Id="rId21" Type="http://schemas.openxmlformats.org/officeDocument/2006/relationships/customXml" Target="../ink/ink10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47" Type="http://schemas.openxmlformats.org/officeDocument/2006/relationships/customXml" Target="../ink/ink24.xml"/><Relationship Id="rId50" Type="http://schemas.openxmlformats.org/officeDocument/2006/relationships/image" Target="../media/image24.png"/><Relationship Id="rId55" Type="http://schemas.openxmlformats.org/officeDocument/2006/relationships/customXml" Target="../ink/ink28.xml"/><Relationship Id="rId63" Type="http://schemas.openxmlformats.org/officeDocument/2006/relationships/customXml" Target="../ink/ink33.xml"/><Relationship Id="rId68" Type="http://schemas.openxmlformats.org/officeDocument/2006/relationships/image" Target="../media/image32.png"/><Relationship Id="rId76" Type="http://schemas.openxmlformats.org/officeDocument/2006/relationships/image" Target="../media/image36.png"/><Relationship Id="rId7" Type="http://schemas.openxmlformats.org/officeDocument/2006/relationships/customXml" Target="../ink/ink3.xml"/><Relationship Id="rId71" Type="http://schemas.openxmlformats.org/officeDocument/2006/relationships/customXml" Target="../ink/ink37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9" Type="http://schemas.openxmlformats.org/officeDocument/2006/relationships/image" Target="../media/image14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40" Type="http://schemas.openxmlformats.org/officeDocument/2006/relationships/image" Target="../media/image19.png"/><Relationship Id="rId45" Type="http://schemas.openxmlformats.org/officeDocument/2006/relationships/customXml" Target="../ink/ink23.xml"/><Relationship Id="rId53" Type="http://schemas.openxmlformats.org/officeDocument/2006/relationships/customXml" Target="../ink/ink27.xml"/><Relationship Id="rId58" Type="http://schemas.openxmlformats.org/officeDocument/2006/relationships/image" Target="../media/image28.png"/><Relationship Id="rId66" Type="http://schemas.openxmlformats.org/officeDocument/2006/relationships/image" Target="../media/image31.png"/><Relationship Id="rId74" Type="http://schemas.openxmlformats.org/officeDocument/2006/relationships/image" Target="../media/image35.png"/><Relationship Id="rId79" Type="http://schemas.openxmlformats.org/officeDocument/2006/relationships/customXml" Target="../ink/ink41.xml"/><Relationship Id="rId5" Type="http://schemas.openxmlformats.org/officeDocument/2006/relationships/customXml" Target="../ink/ink2.xml"/><Relationship Id="rId61" Type="http://schemas.openxmlformats.org/officeDocument/2006/relationships/customXml" Target="../ink/ink32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image" Target="../media/image15.png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customXml" Target="../ink/ink31.xml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64" Type="http://schemas.openxmlformats.org/officeDocument/2006/relationships/image" Target="../media/image30.png"/><Relationship Id="rId69" Type="http://schemas.openxmlformats.org/officeDocument/2006/relationships/customXml" Target="../ink/ink36.xml"/><Relationship Id="rId77" Type="http://schemas.openxmlformats.org/officeDocument/2006/relationships/customXml" Target="../ink/ink40.xml"/><Relationship Id="rId8" Type="http://schemas.openxmlformats.org/officeDocument/2006/relationships/image" Target="../media/image4.png"/><Relationship Id="rId51" Type="http://schemas.openxmlformats.org/officeDocument/2006/relationships/customXml" Target="../ink/ink26.xml"/><Relationship Id="rId72" Type="http://schemas.openxmlformats.org/officeDocument/2006/relationships/image" Target="../media/image34.png"/><Relationship Id="rId80" Type="http://schemas.openxmlformats.org/officeDocument/2006/relationships/image" Target="../media/image38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7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30.xml"/><Relationship Id="rId67" Type="http://schemas.openxmlformats.org/officeDocument/2006/relationships/customXml" Target="../ink/ink35.xml"/><Relationship Id="rId20" Type="http://schemas.openxmlformats.org/officeDocument/2006/relationships/image" Target="../media/image10.png"/><Relationship Id="rId41" Type="http://schemas.openxmlformats.org/officeDocument/2006/relationships/customXml" Target="../ink/ink21.xml"/><Relationship Id="rId54" Type="http://schemas.openxmlformats.org/officeDocument/2006/relationships/image" Target="../media/image26.png"/><Relationship Id="rId62" Type="http://schemas.openxmlformats.org/officeDocument/2006/relationships/image" Target="../media/image29.png"/><Relationship Id="rId70" Type="http://schemas.openxmlformats.org/officeDocument/2006/relationships/image" Target="../media/image33.png"/><Relationship Id="rId75" Type="http://schemas.openxmlformats.org/officeDocument/2006/relationships/customXml" Target="../ink/ink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36" Type="http://schemas.openxmlformats.org/officeDocument/2006/relationships/image" Target="../media/image17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customXml" Target="../ink/ink48.xml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customXml" Target="../ink/ink47.xml"/><Relationship Id="rId2" Type="http://schemas.openxmlformats.org/officeDocument/2006/relationships/customXml" Target="../ink/ink42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5" Type="http://schemas.openxmlformats.org/officeDocument/2006/relationships/customXml" Target="../ink/ink49.xml"/><Relationship Id="rId10" Type="http://schemas.openxmlformats.org/officeDocument/2006/relationships/customXml" Target="../ink/ink46.xml"/><Relationship Id="rId4" Type="http://schemas.openxmlformats.org/officeDocument/2006/relationships/customXml" Target="../ink/ink43.xml"/><Relationship Id="rId9" Type="http://schemas.openxmlformats.org/officeDocument/2006/relationships/image" Target="../media/image42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6906C-6087-1A91-3D99-64520D87F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5D63EC-0685-AF84-920E-5B4C5AED3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975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66B499C-C4E8-C94E-4783-E1CBE637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59" y="1264349"/>
            <a:ext cx="9269119" cy="422969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7874D475-7797-9EA4-A3F7-7A88F5B24B0C}"/>
              </a:ext>
            </a:extLst>
          </p:cNvPr>
          <p:cNvSpPr/>
          <p:nvPr/>
        </p:nvSpPr>
        <p:spPr>
          <a:xfrm>
            <a:off x="6456414" y="947144"/>
            <a:ext cx="4883150" cy="4864100"/>
          </a:xfrm>
          <a:prstGeom prst="rect">
            <a:avLst/>
          </a:prstGeom>
          <a:solidFill>
            <a:schemeClr val="accent1">
              <a:alpha val="7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DFD6345-CBFC-4662-FCB3-EA21C242F8A3}"/>
              </a:ext>
            </a:extLst>
          </p:cNvPr>
          <p:cNvSpPr/>
          <p:nvPr/>
        </p:nvSpPr>
        <p:spPr>
          <a:xfrm>
            <a:off x="393700" y="577850"/>
            <a:ext cx="1276350" cy="1225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21BFC1B-AADF-3044-1B1D-6F810454FD93}"/>
              </a:ext>
            </a:extLst>
          </p:cNvPr>
          <p:cNvCxnSpPr>
            <a:cxnSpLocks/>
          </p:cNvCxnSpPr>
          <p:nvPr/>
        </p:nvCxnSpPr>
        <p:spPr>
          <a:xfrm flipV="1">
            <a:off x="1031875" y="457200"/>
            <a:ext cx="0" cy="68649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1C1AD43-A120-C870-0CFE-3A03CBEEE02B}"/>
              </a:ext>
            </a:extLst>
          </p:cNvPr>
          <p:cNvCxnSpPr>
            <a:cxnSpLocks/>
          </p:cNvCxnSpPr>
          <p:nvPr/>
        </p:nvCxnSpPr>
        <p:spPr>
          <a:xfrm flipV="1">
            <a:off x="1031875" y="1314450"/>
            <a:ext cx="0" cy="686499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BCF3A02A-6D25-990F-E01F-12E193400F54}"/>
              </a:ext>
            </a:extLst>
          </p:cNvPr>
          <p:cNvSpPr txBox="1"/>
          <p:nvPr/>
        </p:nvSpPr>
        <p:spPr>
          <a:xfrm>
            <a:off x="1104900" y="285750"/>
            <a:ext cx="186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90°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FF39CE0-47A7-E014-5DC2-41FFDB203A23}"/>
              </a:ext>
            </a:extLst>
          </p:cNvPr>
          <p:cNvCxnSpPr>
            <a:cxnSpLocks/>
          </p:cNvCxnSpPr>
          <p:nvPr/>
        </p:nvCxnSpPr>
        <p:spPr>
          <a:xfrm flipV="1">
            <a:off x="1031875" y="577850"/>
            <a:ext cx="0" cy="68649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B4FB75C3-A013-3F92-0649-9308EF96F266}"/>
              </a:ext>
            </a:extLst>
          </p:cNvPr>
          <p:cNvSpPr txBox="1"/>
          <p:nvPr/>
        </p:nvSpPr>
        <p:spPr>
          <a:xfrm>
            <a:off x="1056084" y="1937099"/>
            <a:ext cx="186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270°</a:t>
            </a:r>
          </a:p>
        </p:txBody>
      </p: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3BA66AD9-AE05-495C-04E2-B930A6E79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94101"/>
              </p:ext>
            </p:extLst>
          </p:nvPr>
        </p:nvGraphicFramePr>
        <p:xfrm>
          <a:off x="2282614" y="350389"/>
          <a:ext cx="39926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153">
                  <a:extLst>
                    <a:ext uri="{9D8B030D-6E8A-4147-A177-3AD203B41FA5}">
                      <a16:colId xmlns:a16="http://schemas.microsoft.com/office/drawing/2014/main" val="158157636"/>
                    </a:ext>
                  </a:extLst>
                </a:gridCol>
                <a:gridCol w="998153">
                  <a:extLst>
                    <a:ext uri="{9D8B030D-6E8A-4147-A177-3AD203B41FA5}">
                      <a16:colId xmlns:a16="http://schemas.microsoft.com/office/drawing/2014/main" val="2258133947"/>
                    </a:ext>
                  </a:extLst>
                </a:gridCol>
                <a:gridCol w="998153">
                  <a:extLst>
                    <a:ext uri="{9D8B030D-6E8A-4147-A177-3AD203B41FA5}">
                      <a16:colId xmlns:a16="http://schemas.microsoft.com/office/drawing/2014/main" val="961782757"/>
                    </a:ext>
                  </a:extLst>
                </a:gridCol>
                <a:gridCol w="998153">
                  <a:extLst>
                    <a:ext uri="{9D8B030D-6E8A-4147-A177-3AD203B41FA5}">
                      <a16:colId xmlns:a16="http://schemas.microsoft.com/office/drawing/2014/main" val="4075249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70°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60°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45°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20°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875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85°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80°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75°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50°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391601"/>
                  </a:ext>
                </a:extLst>
              </a:tr>
            </a:tbl>
          </a:graphicData>
        </a:graphic>
      </p:graphicFrame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9194F20-2F2C-91F2-DD0E-94A9FD234225}"/>
              </a:ext>
            </a:extLst>
          </p:cNvPr>
          <p:cNvCxnSpPr/>
          <p:nvPr/>
        </p:nvCxnSpPr>
        <p:spPr>
          <a:xfrm>
            <a:off x="1104900" y="1264349"/>
            <a:ext cx="69215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1C4B7B9-A8A0-C1D9-3AB3-CD7B6C78BBC2}"/>
              </a:ext>
            </a:extLst>
          </p:cNvPr>
          <p:cNvGrpSpPr/>
          <p:nvPr/>
        </p:nvGrpSpPr>
        <p:grpSpPr>
          <a:xfrm>
            <a:off x="1129820" y="843760"/>
            <a:ext cx="362880" cy="400680"/>
            <a:chOff x="1129820" y="843760"/>
            <a:chExt cx="36288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322B46E7-E7EB-B2FF-191D-F732668330D6}"/>
                    </a:ext>
                  </a:extLst>
                </p14:cNvPr>
                <p14:cNvContentPartPr/>
                <p14:nvPr/>
              </p14:nvContentPartPr>
              <p14:xfrm>
                <a:off x="1330700" y="948880"/>
                <a:ext cx="162000" cy="295560"/>
              </p14:xfrm>
            </p:contentPart>
          </mc:Choice>
          <mc:Fallback xmlns=""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322B46E7-E7EB-B2FF-191D-F732668330D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21700" y="940240"/>
                  <a:ext cx="1796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E2278AD3-20D9-C88F-F49E-030295B2EAB6}"/>
                    </a:ext>
                  </a:extLst>
                </p14:cNvPr>
                <p14:cNvContentPartPr/>
                <p14:nvPr/>
              </p14:nvContentPartPr>
              <p14:xfrm>
                <a:off x="1179860" y="870040"/>
                <a:ext cx="1440" cy="360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E2278AD3-20D9-C88F-F49E-030295B2EAB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70860" y="861040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1C27AA06-4F51-3F2D-301D-00A82A3AF071}"/>
                    </a:ext>
                  </a:extLst>
                </p14:cNvPr>
                <p14:cNvContentPartPr/>
                <p14:nvPr/>
              </p14:nvContentPartPr>
              <p14:xfrm>
                <a:off x="1129820" y="870040"/>
                <a:ext cx="199440" cy="91800"/>
              </p14:xfrm>
            </p:contentPart>
          </mc:Choice>
          <mc:Fallback xmlns="">
            <p:pic>
              <p:nvPicPr>
                <p:cNvPr id="21" name="Freihand 20">
                  <a:extLst>
                    <a:ext uri="{FF2B5EF4-FFF2-40B4-BE49-F238E27FC236}">
                      <a16:creationId xmlns:a16="http://schemas.microsoft.com/office/drawing/2014/main" id="{1C27AA06-4F51-3F2D-301D-00A82A3AF07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1180" y="861040"/>
                  <a:ext cx="2170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1BFFDF66-1A16-AB7D-63D8-F999506BE510}"/>
                    </a:ext>
                  </a:extLst>
                </p14:cNvPr>
                <p14:cNvContentPartPr/>
                <p14:nvPr/>
              </p14:nvContentPartPr>
              <p14:xfrm>
                <a:off x="1136300" y="843760"/>
                <a:ext cx="214560" cy="129240"/>
              </p14:xfrm>
            </p:contentPart>
          </mc:Choice>
          <mc:Fallback xmlns=""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1BFFDF66-1A16-AB7D-63D8-F999506BE51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7660" y="835120"/>
                  <a:ext cx="23220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93FC692C-79BA-0F92-CE9C-4DBD9A0D9426}"/>
              </a:ext>
            </a:extLst>
          </p:cNvPr>
          <p:cNvGrpSpPr/>
          <p:nvPr/>
        </p:nvGrpSpPr>
        <p:grpSpPr>
          <a:xfrm>
            <a:off x="6025820" y="3238480"/>
            <a:ext cx="418680" cy="196920"/>
            <a:chOff x="6025820" y="3238480"/>
            <a:chExt cx="41868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135C137D-4ACE-675C-4CC8-0B4ACA7DC680}"/>
                    </a:ext>
                  </a:extLst>
                </p14:cNvPr>
                <p14:cNvContentPartPr/>
                <p14:nvPr/>
              </p14:nvContentPartPr>
              <p14:xfrm>
                <a:off x="6025820" y="3416320"/>
                <a:ext cx="360" cy="360"/>
              </p14:xfrm>
            </p:contentPart>
          </mc:Choice>
          <mc:Fallback xmlns=""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135C137D-4ACE-675C-4CC8-0B4ACA7DC6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17180" y="34073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48FF6B17-7997-3D91-04A7-5C3AE4747FDA}"/>
                    </a:ext>
                  </a:extLst>
                </p14:cNvPr>
                <p14:cNvContentPartPr/>
                <p14:nvPr/>
              </p14:nvContentPartPr>
              <p14:xfrm>
                <a:off x="6044900" y="3422800"/>
                <a:ext cx="36720" cy="36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48FF6B17-7997-3D91-04A7-5C3AE4747F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36260" y="3413800"/>
                  <a:ext cx="54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4475A28E-3051-DCA3-DC2B-FCB6805A7D89}"/>
                    </a:ext>
                  </a:extLst>
                </p14:cNvPr>
                <p14:cNvContentPartPr/>
                <p14:nvPr/>
              </p14:nvContentPartPr>
              <p14:xfrm>
                <a:off x="6127340" y="3422800"/>
                <a:ext cx="317160" cy="360"/>
              </p14:xfrm>
            </p:contentPart>
          </mc:Choice>
          <mc:Fallback xmlns=""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4475A28E-3051-DCA3-DC2B-FCB6805A7D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18700" y="3413800"/>
                  <a:ext cx="334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Freihand 27">
                  <a:extLst>
                    <a:ext uri="{FF2B5EF4-FFF2-40B4-BE49-F238E27FC236}">
                      <a16:creationId xmlns:a16="http://schemas.microsoft.com/office/drawing/2014/main" id="{16669CE6-08E0-7C91-DD33-772A55A90E22}"/>
                    </a:ext>
                  </a:extLst>
                </p14:cNvPr>
                <p14:cNvContentPartPr/>
                <p14:nvPr/>
              </p14:nvContentPartPr>
              <p14:xfrm>
                <a:off x="6145340" y="3242080"/>
                <a:ext cx="1440" cy="2880"/>
              </p14:xfrm>
            </p:contentPart>
          </mc:Choice>
          <mc:Fallback xmlns="">
            <p:pic>
              <p:nvPicPr>
                <p:cNvPr id="28" name="Freihand 27">
                  <a:extLst>
                    <a:ext uri="{FF2B5EF4-FFF2-40B4-BE49-F238E27FC236}">
                      <a16:creationId xmlns:a16="http://schemas.microsoft.com/office/drawing/2014/main" id="{16669CE6-08E0-7C91-DD33-772A55A90E2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36700" y="3233440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Freihand 28">
                  <a:extLst>
                    <a:ext uri="{FF2B5EF4-FFF2-40B4-BE49-F238E27FC236}">
                      <a16:creationId xmlns:a16="http://schemas.microsoft.com/office/drawing/2014/main" id="{6BB479C5-061F-D1AD-27A3-07CC0DBD4B70}"/>
                    </a:ext>
                  </a:extLst>
                </p14:cNvPr>
                <p14:cNvContentPartPr/>
                <p14:nvPr/>
              </p14:nvContentPartPr>
              <p14:xfrm>
                <a:off x="6159020" y="3238480"/>
                <a:ext cx="90000" cy="196920"/>
              </p14:xfrm>
            </p:contentPart>
          </mc:Choice>
          <mc:Fallback xmlns="">
            <p:pic>
              <p:nvPicPr>
                <p:cNvPr id="29" name="Freihand 28">
                  <a:extLst>
                    <a:ext uri="{FF2B5EF4-FFF2-40B4-BE49-F238E27FC236}">
                      <a16:creationId xmlns:a16="http://schemas.microsoft.com/office/drawing/2014/main" id="{6BB479C5-061F-D1AD-27A3-07CC0DBD4B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50380" y="3229480"/>
                  <a:ext cx="107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Freihand 29">
                  <a:extLst>
                    <a:ext uri="{FF2B5EF4-FFF2-40B4-BE49-F238E27FC236}">
                      <a16:creationId xmlns:a16="http://schemas.microsoft.com/office/drawing/2014/main" id="{76E68F7B-8059-EB9D-C769-E18272DE9C32}"/>
                    </a:ext>
                  </a:extLst>
                </p14:cNvPr>
                <p14:cNvContentPartPr/>
                <p14:nvPr/>
              </p14:nvContentPartPr>
              <p14:xfrm>
                <a:off x="6159020" y="3244960"/>
                <a:ext cx="108720" cy="22320"/>
              </p14:xfrm>
            </p:contentPart>
          </mc:Choice>
          <mc:Fallback xmlns="">
            <p:pic>
              <p:nvPicPr>
                <p:cNvPr id="30" name="Freihand 29">
                  <a:extLst>
                    <a:ext uri="{FF2B5EF4-FFF2-40B4-BE49-F238E27FC236}">
                      <a16:creationId xmlns:a16="http://schemas.microsoft.com/office/drawing/2014/main" id="{76E68F7B-8059-EB9D-C769-E18272DE9C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50380" y="3235960"/>
                  <a:ext cx="126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Freihand 31">
                  <a:extLst>
                    <a:ext uri="{FF2B5EF4-FFF2-40B4-BE49-F238E27FC236}">
                      <a16:creationId xmlns:a16="http://schemas.microsoft.com/office/drawing/2014/main" id="{41543D33-5D7F-4C10-3632-6967C72B51A2}"/>
                    </a:ext>
                  </a:extLst>
                </p14:cNvPr>
                <p14:cNvContentPartPr/>
                <p14:nvPr/>
              </p14:nvContentPartPr>
              <p14:xfrm>
                <a:off x="6171980" y="3276640"/>
                <a:ext cx="42840" cy="72000"/>
              </p14:xfrm>
            </p:contentPart>
          </mc:Choice>
          <mc:Fallback xmlns="">
            <p:pic>
              <p:nvPicPr>
                <p:cNvPr id="32" name="Freihand 31">
                  <a:extLst>
                    <a:ext uri="{FF2B5EF4-FFF2-40B4-BE49-F238E27FC236}">
                      <a16:creationId xmlns:a16="http://schemas.microsoft.com/office/drawing/2014/main" id="{41543D33-5D7F-4C10-3632-6967C72B51A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63340" y="3267640"/>
                  <a:ext cx="60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Freihand 32">
                  <a:extLst>
                    <a:ext uri="{FF2B5EF4-FFF2-40B4-BE49-F238E27FC236}">
                      <a16:creationId xmlns:a16="http://schemas.microsoft.com/office/drawing/2014/main" id="{47F9D6E0-BFE2-4A65-8B93-03FFE3F646B1}"/>
                    </a:ext>
                  </a:extLst>
                </p14:cNvPr>
                <p14:cNvContentPartPr/>
                <p14:nvPr/>
              </p14:nvContentPartPr>
              <p14:xfrm>
                <a:off x="6209060" y="3346480"/>
                <a:ext cx="1440" cy="360"/>
              </p14:xfrm>
            </p:contentPart>
          </mc:Choice>
          <mc:Fallback xmlns="">
            <p:pic>
              <p:nvPicPr>
                <p:cNvPr id="33" name="Freihand 32">
                  <a:extLst>
                    <a:ext uri="{FF2B5EF4-FFF2-40B4-BE49-F238E27FC236}">
                      <a16:creationId xmlns:a16="http://schemas.microsoft.com/office/drawing/2014/main" id="{47F9D6E0-BFE2-4A65-8B93-03FFE3F646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00060" y="3337480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Freihand 33">
                  <a:extLst>
                    <a:ext uri="{FF2B5EF4-FFF2-40B4-BE49-F238E27FC236}">
                      <a16:creationId xmlns:a16="http://schemas.microsoft.com/office/drawing/2014/main" id="{5E7190B4-91B9-DB6E-3EC8-1266158DF52A}"/>
                    </a:ext>
                  </a:extLst>
                </p14:cNvPr>
                <p14:cNvContentPartPr/>
                <p14:nvPr/>
              </p14:nvContentPartPr>
              <p14:xfrm>
                <a:off x="6241820" y="3332440"/>
                <a:ext cx="21240" cy="7560"/>
              </p14:xfrm>
            </p:contentPart>
          </mc:Choice>
          <mc:Fallback xmlns="">
            <p:pic>
              <p:nvPicPr>
                <p:cNvPr id="34" name="Freihand 33">
                  <a:extLst>
                    <a:ext uri="{FF2B5EF4-FFF2-40B4-BE49-F238E27FC236}">
                      <a16:creationId xmlns:a16="http://schemas.microsoft.com/office/drawing/2014/main" id="{5E7190B4-91B9-DB6E-3EC8-1266158DF5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33180" y="3323800"/>
                  <a:ext cx="388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0436E3BB-DF11-60A4-F454-A8804BD964EB}"/>
              </a:ext>
            </a:extLst>
          </p:cNvPr>
          <p:cNvGrpSpPr/>
          <p:nvPr/>
        </p:nvGrpSpPr>
        <p:grpSpPr>
          <a:xfrm>
            <a:off x="6032300" y="2374840"/>
            <a:ext cx="479520" cy="172440"/>
            <a:chOff x="6032300" y="2374840"/>
            <a:chExt cx="47952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Freihand 35">
                  <a:extLst>
                    <a:ext uri="{FF2B5EF4-FFF2-40B4-BE49-F238E27FC236}">
                      <a16:creationId xmlns:a16="http://schemas.microsoft.com/office/drawing/2014/main" id="{15870590-CB97-7841-6EAA-3101351A3A58}"/>
                    </a:ext>
                  </a:extLst>
                </p14:cNvPr>
                <p14:cNvContentPartPr/>
                <p14:nvPr/>
              </p14:nvContentPartPr>
              <p14:xfrm>
                <a:off x="6032300" y="2508400"/>
                <a:ext cx="17280" cy="360"/>
              </p14:xfrm>
            </p:contentPart>
          </mc:Choice>
          <mc:Fallback xmlns="">
            <p:pic>
              <p:nvPicPr>
                <p:cNvPr id="36" name="Freihand 35">
                  <a:extLst>
                    <a:ext uri="{FF2B5EF4-FFF2-40B4-BE49-F238E27FC236}">
                      <a16:creationId xmlns:a16="http://schemas.microsoft.com/office/drawing/2014/main" id="{15870590-CB97-7841-6EAA-3101351A3A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23660" y="2499400"/>
                  <a:ext cx="34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Freihand 36">
                  <a:extLst>
                    <a:ext uri="{FF2B5EF4-FFF2-40B4-BE49-F238E27FC236}">
                      <a16:creationId xmlns:a16="http://schemas.microsoft.com/office/drawing/2014/main" id="{A0A010FA-0AEF-44FD-ADF1-01ADE4AAA14C}"/>
                    </a:ext>
                  </a:extLst>
                </p14:cNvPr>
                <p14:cNvContentPartPr/>
                <p14:nvPr/>
              </p14:nvContentPartPr>
              <p14:xfrm>
                <a:off x="6121220" y="2508040"/>
                <a:ext cx="390600" cy="39240"/>
              </p14:xfrm>
            </p:contentPart>
          </mc:Choice>
          <mc:Fallback xmlns="">
            <p:pic>
              <p:nvPicPr>
                <p:cNvPr id="37" name="Freihand 36">
                  <a:extLst>
                    <a:ext uri="{FF2B5EF4-FFF2-40B4-BE49-F238E27FC236}">
                      <a16:creationId xmlns:a16="http://schemas.microsoft.com/office/drawing/2014/main" id="{A0A010FA-0AEF-44FD-ADF1-01ADE4AAA1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12580" y="2499040"/>
                  <a:ext cx="4082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" name="Freihand 37">
                  <a:extLst>
                    <a:ext uri="{FF2B5EF4-FFF2-40B4-BE49-F238E27FC236}">
                      <a16:creationId xmlns:a16="http://schemas.microsoft.com/office/drawing/2014/main" id="{A581F653-B5ED-9A40-E57F-0BE969EF5A1E}"/>
                    </a:ext>
                  </a:extLst>
                </p14:cNvPr>
                <p14:cNvContentPartPr/>
                <p14:nvPr/>
              </p14:nvContentPartPr>
              <p14:xfrm>
                <a:off x="6292580" y="2501920"/>
                <a:ext cx="360" cy="360"/>
              </p14:xfrm>
            </p:contentPart>
          </mc:Choice>
          <mc:Fallback xmlns="">
            <p:pic>
              <p:nvPicPr>
                <p:cNvPr id="38" name="Freihand 37">
                  <a:extLst>
                    <a:ext uri="{FF2B5EF4-FFF2-40B4-BE49-F238E27FC236}">
                      <a16:creationId xmlns:a16="http://schemas.microsoft.com/office/drawing/2014/main" id="{A581F653-B5ED-9A40-E57F-0BE969EF5A1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83940" y="24929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9" name="Freihand 38">
                  <a:extLst>
                    <a:ext uri="{FF2B5EF4-FFF2-40B4-BE49-F238E27FC236}">
                      <a16:creationId xmlns:a16="http://schemas.microsoft.com/office/drawing/2014/main" id="{EDEE0598-F42A-EDBC-CCD3-5A1A7B889341}"/>
                    </a:ext>
                  </a:extLst>
                </p14:cNvPr>
                <p14:cNvContentPartPr/>
                <p14:nvPr/>
              </p14:nvContentPartPr>
              <p14:xfrm>
                <a:off x="6298340" y="2419480"/>
                <a:ext cx="7560" cy="76320"/>
              </p14:xfrm>
            </p:contentPart>
          </mc:Choice>
          <mc:Fallback xmlns="">
            <p:pic>
              <p:nvPicPr>
                <p:cNvPr id="39" name="Freihand 38">
                  <a:extLst>
                    <a:ext uri="{FF2B5EF4-FFF2-40B4-BE49-F238E27FC236}">
                      <a16:creationId xmlns:a16="http://schemas.microsoft.com/office/drawing/2014/main" id="{EDEE0598-F42A-EDBC-CCD3-5A1A7B88934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89700" y="2410480"/>
                  <a:ext cx="25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0" name="Freihand 39">
                  <a:extLst>
                    <a:ext uri="{FF2B5EF4-FFF2-40B4-BE49-F238E27FC236}">
                      <a16:creationId xmlns:a16="http://schemas.microsoft.com/office/drawing/2014/main" id="{C99074FA-CE2D-D681-3FEB-AA8FB274C8B4}"/>
                    </a:ext>
                  </a:extLst>
                </p14:cNvPr>
                <p14:cNvContentPartPr/>
                <p14:nvPr/>
              </p14:nvContentPartPr>
              <p14:xfrm>
                <a:off x="6274220" y="2374840"/>
                <a:ext cx="12600" cy="25920"/>
              </p14:xfrm>
            </p:contentPart>
          </mc:Choice>
          <mc:Fallback xmlns="">
            <p:pic>
              <p:nvPicPr>
                <p:cNvPr id="40" name="Freihand 39">
                  <a:extLst>
                    <a:ext uri="{FF2B5EF4-FFF2-40B4-BE49-F238E27FC236}">
                      <a16:creationId xmlns:a16="http://schemas.microsoft.com/office/drawing/2014/main" id="{C99074FA-CE2D-D681-3FEB-AA8FB274C8B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65220" y="2365840"/>
                  <a:ext cx="30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Freihand 40">
                  <a:extLst>
                    <a:ext uri="{FF2B5EF4-FFF2-40B4-BE49-F238E27FC236}">
                      <a16:creationId xmlns:a16="http://schemas.microsoft.com/office/drawing/2014/main" id="{DEF779CD-A55A-0752-9478-732F012C6581}"/>
                    </a:ext>
                  </a:extLst>
                </p14:cNvPr>
                <p14:cNvContentPartPr/>
                <p14:nvPr/>
              </p14:nvContentPartPr>
              <p14:xfrm>
                <a:off x="6265220" y="2390680"/>
                <a:ext cx="88200" cy="68760"/>
              </p14:xfrm>
            </p:contentPart>
          </mc:Choice>
          <mc:Fallback xmlns="">
            <p:pic>
              <p:nvPicPr>
                <p:cNvPr id="41" name="Freihand 40">
                  <a:extLst>
                    <a:ext uri="{FF2B5EF4-FFF2-40B4-BE49-F238E27FC236}">
                      <a16:creationId xmlns:a16="http://schemas.microsoft.com/office/drawing/2014/main" id="{DEF779CD-A55A-0752-9478-732F012C65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256580" y="2381680"/>
                  <a:ext cx="105840" cy="86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Rechteck 42">
            <a:extLst>
              <a:ext uri="{FF2B5EF4-FFF2-40B4-BE49-F238E27FC236}">
                <a16:creationId xmlns:a16="http://schemas.microsoft.com/office/drawing/2014/main" id="{44B1ED57-EAE3-F5CE-C881-7FA93E542399}"/>
              </a:ext>
            </a:extLst>
          </p:cNvPr>
          <p:cNvSpPr/>
          <p:nvPr/>
        </p:nvSpPr>
        <p:spPr>
          <a:xfrm>
            <a:off x="2165709" y="3451599"/>
            <a:ext cx="4258954" cy="2226759"/>
          </a:xfrm>
          <a:prstGeom prst="rect">
            <a:avLst/>
          </a:prstGeom>
          <a:solidFill>
            <a:schemeClr val="accent1">
              <a:alpha val="7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9111B8E9-1D04-EAF0-839F-2B4591BDC6BB}"/>
              </a:ext>
            </a:extLst>
          </p:cNvPr>
          <p:cNvGrpSpPr/>
          <p:nvPr/>
        </p:nvGrpSpPr>
        <p:grpSpPr>
          <a:xfrm>
            <a:off x="5111420" y="3187720"/>
            <a:ext cx="348840" cy="216720"/>
            <a:chOff x="5111420" y="3187720"/>
            <a:chExt cx="34884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4" name="Freihand 43">
                  <a:extLst>
                    <a:ext uri="{FF2B5EF4-FFF2-40B4-BE49-F238E27FC236}">
                      <a16:creationId xmlns:a16="http://schemas.microsoft.com/office/drawing/2014/main" id="{0FB0D7A4-8F86-E028-BA44-552925E5AE7A}"/>
                    </a:ext>
                  </a:extLst>
                </p14:cNvPr>
                <p14:cNvContentPartPr/>
                <p14:nvPr/>
              </p14:nvContentPartPr>
              <p14:xfrm>
                <a:off x="5111420" y="3396160"/>
                <a:ext cx="348840" cy="8280"/>
              </p14:xfrm>
            </p:contentPart>
          </mc:Choice>
          <mc:Fallback xmlns="">
            <p:pic>
              <p:nvPicPr>
                <p:cNvPr id="44" name="Freihand 43">
                  <a:extLst>
                    <a:ext uri="{FF2B5EF4-FFF2-40B4-BE49-F238E27FC236}">
                      <a16:creationId xmlns:a16="http://schemas.microsoft.com/office/drawing/2014/main" id="{0FB0D7A4-8F86-E028-BA44-552925E5AE7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02780" y="3387520"/>
                  <a:ext cx="3664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" name="Freihand 44">
                  <a:extLst>
                    <a:ext uri="{FF2B5EF4-FFF2-40B4-BE49-F238E27FC236}">
                      <a16:creationId xmlns:a16="http://schemas.microsoft.com/office/drawing/2014/main" id="{E26C21BD-8215-8386-F67A-400EFD82BCEC}"/>
                    </a:ext>
                  </a:extLst>
                </p14:cNvPr>
                <p14:cNvContentPartPr/>
                <p14:nvPr/>
              </p14:nvContentPartPr>
              <p14:xfrm>
                <a:off x="5191700" y="3230560"/>
                <a:ext cx="61200" cy="173160"/>
              </p14:xfrm>
            </p:contentPart>
          </mc:Choice>
          <mc:Fallback xmlns="">
            <p:pic>
              <p:nvPicPr>
                <p:cNvPr id="45" name="Freihand 44">
                  <a:extLst>
                    <a:ext uri="{FF2B5EF4-FFF2-40B4-BE49-F238E27FC236}">
                      <a16:creationId xmlns:a16="http://schemas.microsoft.com/office/drawing/2014/main" id="{E26C21BD-8215-8386-F67A-400EFD82BCE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82700" y="3221920"/>
                  <a:ext cx="78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Freihand 45">
                  <a:extLst>
                    <a:ext uri="{FF2B5EF4-FFF2-40B4-BE49-F238E27FC236}">
                      <a16:creationId xmlns:a16="http://schemas.microsoft.com/office/drawing/2014/main" id="{25B12883-609B-82D5-8117-A3B510E5842A}"/>
                    </a:ext>
                  </a:extLst>
                </p14:cNvPr>
                <p14:cNvContentPartPr/>
                <p14:nvPr/>
              </p14:nvContentPartPr>
              <p14:xfrm>
                <a:off x="5141660" y="3199600"/>
                <a:ext cx="21240" cy="13320"/>
              </p14:xfrm>
            </p:contentPart>
          </mc:Choice>
          <mc:Fallback xmlns="">
            <p:pic>
              <p:nvPicPr>
                <p:cNvPr id="46" name="Freihand 45">
                  <a:extLst>
                    <a:ext uri="{FF2B5EF4-FFF2-40B4-BE49-F238E27FC236}">
                      <a16:creationId xmlns:a16="http://schemas.microsoft.com/office/drawing/2014/main" id="{25B12883-609B-82D5-8117-A3B510E5842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32660" y="3190960"/>
                  <a:ext cx="38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Freihand 46">
                  <a:extLst>
                    <a:ext uri="{FF2B5EF4-FFF2-40B4-BE49-F238E27FC236}">
                      <a16:creationId xmlns:a16="http://schemas.microsoft.com/office/drawing/2014/main" id="{04D93D85-596C-04D7-15C1-643B8F13B231}"/>
                    </a:ext>
                  </a:extLst>
                </p14:cNvPr>
                <p14:cNvContentPartPr/>
                <p14:nvPr/>
              </p14:nvContentPartPr>
              <p14:xfrm>
                <a:off x="5135900" y="3187720"/>
                <a:ext cx="1440" cy="360"/>
              </p14:xfrm>
            </p:contentPart>
          </mc:Choice>
          <mc:Fallback xmlns="">
            <p:pic>
              <p:nvPicPr>
                <p:cNvPr id="47" name="Freihand 46">
                  <a:extLst>
                    <a:ext uri="{FF2B5EF4-FFF2-40B4-BE49-F238E27FC236}">
                      <a16:creationId xmlns:a16="http://schemas.microsoft.com/office/drawing/2014/main" id="{04D93D85-596C-04D7-15C1-643B8F13B23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27260" y="3178720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5D62E5AE-00CA-9737-451C-184FDABBED6B}"/>
              </a:ext>
            </a:extLst>
          </p:cNvPr>
          <p:cNvGrpSpPr/>
          <p:nvPr/>
        </p:nvGrpSpPr>
        <p:grpSpPr>
          <a:xfrm>
            <a:off x="5143100" y="2324080"/>
            <a:ext cx="279000" cy="159120"/>
            <a:chOff x="5143100" y="2324080"/>
            <a:chExt cx="27900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9" name="Freihand 48">
                  <a:extLst>
                    <a:ext uri="{FF2B5EF4-FFF2-40B4-BE49-F238E27FC236}">
                      <a16:creationId xmlns:a16="http://schemas.microsoft.com/office/drawing/2014/main" id="{CA0ABEDB-AA9A-7E29-CEE0-DBC335BF3C80}"/>
                    </a:ext>
                  </a:extLst>
                </p14:cNvPr>
                <p14:cNvContentPartPr/>
                <p14:nvPr/>
              </p14:nvContentPartPr>
              <p14:xfrm>
                <a:off x="5143100" y="2482840"/>
                <a:ext cx="279000" cy="360"/>
              </p14:xfrm>
            </p:contentPart>
          </mc:Choice>
          <mc:Fallback xmlns="">
            <p:pic>
              <p:nvPicPr>
                <p:cNvPr id="49" name="Freihand 48">
                  <a:extLst>
                    <a:ext uri="{FF2B5EF4-FFF2-40B4-BE49-F238E27FC236}">
                      <a16:creationId xmlns:a16="http://schemas.microsoft.com/office/drawing/2014/main" id="{CA0ABEDB-AA9A-7E29-CEE0-DBC335BF3C8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34460" y="2473840"/>
                  <a:ext cx="296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0" name="Freihand 49">
                  <a:extLst>
                    <a:ext uri="{FF2B5EF4-FFF2-40B4-BE49-F238E27FC236}">
                      <a16:creationId xmlns:a16="http://schemas.microsoft.com/office/drawing/2014/main" id="{CCC608CA-DAA4-8E91-E96E-0F4C12032BA5}"/>
                    </a:ext>
                  </a:extLst>
                </p14:cNvPr>
                <p14:cNvContentPartPr/>
                <p14:nvPr/>
              </p14:nvContentPartPr>
              <p14:xfrm>
                <a:off x="5187740" y="2324080"/>
                <a:ext cx="70200" cy="158760"/>
              </p14:xfrm>
            </p:contentPart>
          </mc:Choice>
          <mc:Fallback xmlns="">
            <p:pic>
              <p:nvPicPr>
                <p:cNvPr id="50" name="Freihand 49">
                  <a:extLst>
                    <a:ext uri="{FF2B5EF4-FFF2-40B4-BE49-F238E27FC236}">
                      <a16:creationId xmlns:a16="http://schemas.microsoft.com/office/drawing/2014/main" id="{CCC608CA-DAA4-8E91-E96E-0F4C12032BA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79100" y="2315080"/>
                  <a:ext cx="8784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A75DE2CA-5EB6-44F3-66A5-C0FCEA366402}"/>
              </a:ext>
            </a:extLst>
          </p:cNvPr>
          <p:cNvGrpSpPr/>
          <p:nvPr/>
        </p:nvGrpSpPr>
        <p:grpSpPr>
          <a:xfrm>
            <a:off x="4241300" y="2311480"/>
            <a:ext cx="291960" cy="184320"/>
            <a:chOff x="4241300" y="2311480"/>
            <a:chExt cx="29196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2" name="Freihand 51">
                  <a:extLst>
                    <a:ext uri="{FF2B5EF4-FFF2-40B4-BE49-F238E27FC236}">
                      <a16:creationId xmlns:a16="http://schemas.microsoft.com/office/drawing/2014/main" id="{BED5C41D-8A36-9837-934B-22598E21D2C3}"/>
                    </a:ext>
                  </a:extLst>
                </p14:cNvPr>
                <p14:cNvContentPartPr/>
                <p14:nvPr/>
              </p14:nvContentPartPr>
              <p14:xfrm>
                <a:off x="4292420" y="2495440"/>
                <a:ext cx="240840" cy="360"/>
              </p14:xfrm>
            </p:contentPart>
          </mc:Choice>
          <mc:Fallback xmlns="">
            <p:pic>
              <p:nvPicPr>
                <p:cNvPr id="52" name="Freihand 51">
                  <a:extLst>
                    <a:ext uri="{FF2B5EF4-FFF2-40B4-BE49-F238E27FC236}">
                      <a16:creationId xmlns:a16="http://schemas.microsoft.com/office/drawing/2014/main" id="{BED5C41D-8A36-9837-934B-22598E21D2C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83780" y="2486440"/>
                  <a:ext cx="258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Freihand 52">
                  <a:extLst>
                    <a:ext uri="{FF2B5EF4-FFF2-40B4-BE49-F238E27FC236}">
                      <a16:creationId xmlns:a16="http://schemas.microsoft.com/office/drawing/2014/main" id="{E195F6E6-C200-B1A0-F3F6-8061B5832156}"/>
                    </a:ext>
                  </a:extLst>
                </p14:cNvPr>
                <p14:cNvContentPartPr/>
                <p14:nvPr/>
              </p14:nvContentPartPr>
              <p14:xfrm>
                <a:off x="4241300" y="2495440"/>
                <a:ext cx="75240" cy="360"/>
              </p14:xfrm>
            </p:contentPart>
          </mc:Choice>
          <mc:Fallback xmlns="">
            <p:pic>
              <p:nvPicPr>
                <p:cNvPr id="53" name="Freihand 52">
                  <a:extLst>
                    <a:ext uri="{FF2B5EF4-FFF2-40B4-BE49-F238E27FC236}">
                      <a16:creationId xmlns:a16="http://schemas.microsoft.com/office/drawing/2014/main" id="{E195F6E6-C200-B1A0-F3F6-8061B583215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32660" y="2486440"/>
                  <a:ext cx="92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4" name="Freihand 53">
                  <a:extLst>
                    <a:ext uri="{FF2B5EF4-FFF2-40B4-BE49-F238E27FC236}">
                      <a16:creationId xmlns:a16="http://schemas.microsoft.com/office/drawing/2014/main" id="{AACC5ACF-C7CC-C5E4-4617-34C46B190A9F}"/>
                    </a:ext>
                  </a:extLst>
                </p14:cNvPr>
                <p14:cNvContentPartPr/>
                <p14:nvPr/>
              </p14:nvContentPartPr>
              <p14:xfrm>
                <a:off x="4247780" y="2311480"/>
                <a:ext cx="115560" cy="164880"/>
              </p14:xfrm>
            </p:contentPart>
          </mc:Choice>
          <mc:Fallback xmlns="">
            <p:pic>
              <p:nvPicPr>
                <p:cNvPr id="54" name="Freihand 53">
                  <a:extLst>
                    <a:ext uri="{FF2B5EF4-FFF2-40B4-BE49-F238E27FC236}">
                      <a16:creationId xmlns:a16="http://schemas.microsoft.com/office/drawing/2014/main" id="{AACC5ACF-C7CC-C5E4-4617-34C46B190A9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39140" y="2302480"/>
                  <a:ext cx="1332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28E306E3-4B34-4A2B-DADC-755C5EFB0A8A}"/>
              </a:ext>
            </a:extLst>
          </p:cNvPr>
          <p:cNvGrpSpPr/>
          <p:nvPr/>
        </p:nvGrpSpPr>
        <p:grpSpPr>
          <a:xfrm>
            <a:off x="4101620" y="3251080"/>
            <a:ext cx="342720" cy="184320"/>
            <a:chOff x="4101620" y="3251080"/>
            <a:chExt cx="34272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6" name="Freihand 55">
                  <a:extLst>
                    <a:ext uri="{FF2B5EF4-FFF2-40B4-BE49-F238E27FC236}">
                      <a16:creationId xmlns:a16="http://schemas.microsoft.com/office/drawing/2014/main" id="{8CCF9733-0672-8B0C-04A4-3E7E2E246DA3}"/>
                    </a:ext>
                  </a:extLst>
                </p14:cNvPr>
                <p14:cNvContentPartPr/>
                <p14:nvPr/>
              </p14:nvContentPartPr>
              <p14:xfrm>
                <a:off x="4101620" y="3416320"/>
                <a:ext cx="50400" cy="360"/>
              </p14:xfrm>
            </p:contentPart>
          </mc:Choice>
          <mc:Fallback xmlns="">
            <p:pic>
              <p:nvPicPr>
                <p:cNvPr id="56" name="Freihand 55">
                  <a:extLst>
                    <a:ext uri="{FF2B5EF4-FFF2-40B4-BE49-F238E27FC236}">
                      <a16:creationId xmlns:a16="http://schemas.microsoft.com/office/drawing/2014/main" id="{8CCF9733-0672-8B0C-04A4-3E7E2E246DA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92980" y="3407320"/>
                  <a:ext cx="68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7" name="Freihand 56">
                  <a:extLst>
                    <a:ext uri="{FF2B5EF4-FFF2-40B4-BE49-F238E27FC236}">
                      <a16:creationId xmlns:a16="http://schemas.microsoft.com/office/drawing/2014/main" id="{EE3D6287-CB4B-23EF-A075-59FA6827FEC9}"/>
                    </a:ext>
                  </a:extLst>
                </p14:cNvPr>
                <p14:cNvContentPartPr/>
                <p14:nvPr/>
              </p14:nvContentPartPr>
              <p14:xfrm>
                <a:off x="4432100" y="3422800"/>
                <a:ext cx="360" cy="360"/>
              </p14:xfrm>
            </p:contentPart>
          </mc:Choice>
          <mc:Fallback xmlns="">
            <p:pic>
              <p:nvPicPr>
                <p:cNvPr id="57" name="Freihand 56">
                  <a:extLst>
                    <a:ext uri="{FF2B5EF4-FFF2-40B4-BE49-F238E27FC236}">
                      <a16:creationId xmlns:a16="http://schemas.microsoft.com/office/drawing/2014/main" id="{EE3D6287-CB4B-23EF-A075-59FA6827FE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23460" y="34138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Freihand 57">
                  <a:extLst>
                    <a:ext uri="{FF2B5EF4-FFF2-40B4-BE49-F238E27FC236}">
                      <a16:creationId xmlns:a16="http://schemas.microsoft.com/office/drawing/2014/main" id="{956F5F6F-4C0C-F1F6-0267-CB1C1EA55668}"/>
                    </a:ext>
                  </a:extLst>
                </p14:cNvPr>
                <p14:cNvContentPartPr/>
                <p14:nvPr/>
              </p14:nvContentPartPr>
              <p14:xfrm>
                <a:off x="4127180" y="3403720"/>
                <a:ext cx="317160" cy="360"/>
              </p14:xfrm>
            </p:contentPart>
          </mc:Choice>
          <mc:Fallback xmlns="">
            <p:pic>
              <p:nvPicPr>
                <p:cNvPr id="58" name="Freihand 57">
                  <a:extLst>
                    <a:ext uri="{FF2B5EF4-FFF2-40B4-BE49-F238E27FC236}">
                      <a16:creationId xmlns:a16="http://schemas.microsoft.com/office/drawing/2014/main" id="{956F5F6F-4C0C-F1F6-0267-CB1C1EA556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18540" y="3394720"/>
                  <a:ext cx="334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9" name="Freihand 58">
                  <a:extLst>
                    <a:ext uri="{FF2B5EF4-FFF2-40B4-BE49-F238E27FC236}">
                      <a16:creationId xmlns:a16="http://schemas.microsoft.com/office/drawing/2014/main" id="{BA744BB3-53BD-A966-FF59-49957C29AF99}"/>
                    </a:ext>
                  </a:extLst>
                </p14:cNvPr>
                <p14:cNvContentPartPr/>
                <p14:nvPr/>
              </p14:nvContentPartPr>
              <p14:xfrm>
                <a:off x="4114580" y="3251080"/>
                <a:ext cx="191520" cy="184320"/>
              </p14:xfrm>
            </p:contentPart>
          </mc:Choice>
          <mc:Fallback xmlns="">
            <p:pic>
              <p:nvPicPr>
                <p:cNvPr id="59" name="Freihand 58">
                  <a:extLst>
                    <a:ext uri="{FF2B5EF4-FFF2-40B4-BE49-F238E27FC236}">
                      <a16:creationId xmlns:a16="http://schemas.microsoft.com/office/drawing/2014/main" id="{BA744BB3-53BD-A966-FF59-49957C29AF9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05940" y="3242080"/>
                  <a:ext cx="2091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7761659D-DC7D-4833-7371-786A48203E62}"/>
              </a:ext>
            </a:extLst>
          </p:cNvPr>
          <p:cNvGrpSpPr/>
          <p:nvPr/>
        </p:nvGrpSpPr>
        <p:grpSpPr>
          <a:xfrm>
            <a:off x="3117380" y="3232000"/>
            <a:ext cx="361800" cy="177840"/>
            <a:chOff x="3117380" y="3232000"/>
            <a:chExt cx="361800" cy="1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1" name="Freihand 60">
                  <a:extLst>
                    <a:ext uri="{FF2B5EF4-FFF2-40B4-BE49-F238E27FC236}">
                      <a16:creationId xmlns:a16="http://schemas.microsoft.com/office/drawing/2014/main" id="{E0A40FE8-2478-86CD-6619-5D81F71EAD86}"/>
                    </a:ext>
                  </a:extLst>
                </p14:cNvPr>
                <p14:cNvContentPartPr/>
                <p14:nvPr/>
              </p14:nvContentPartPr>
              <p14:xfrm>
                <a:off x="3117380" y="3384280"/>
                <a:ext cx="361800" cy="25560"/>
              </p14:xfrm>
            </p:contentPart>
          </mc:Choice>
          <mc:Fallback xmlns="">
            <p:pic>
              <p:nvPicPr>
                <p:cNvPr id="61" name="Freihand 60">
                  <a:extLst>
                    <a:ext uri="{FF2B5EF4-FFF2-40B4-BE49-F238E27FC236}">
                      <a16:creationId xmlns:a16="http://schemas.microsoft.com/office/drawing/2014/main" id="{E0A40FE8-2478-86CD-6619-5D81F71EAD8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108740" y="3375640"/>
                  <a:ext cx="379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2" name="Freihand 61">
                  <a:extLst>
                    <a:ext uri="{FF2B5EF4-FFF2-40B4-BE49-F238E27FC236}">
                      <a16:creationId xmlns:a16="http://schemas.microsoft.com/office/drawing/2014/main" id="{AD6EABD0-1C6D-E2CD-2A5D-013215811CD4}"/>
                    </a:ext>
                  </a:extLst>
                </p14:cNvPr>
                <p14:cNvContentPartPr/>
                <p14:nvPr/>
              </p14:nvContentPartPr>
              <p14:xfrm>
                <a:off x="3155540" y="3232000"/>
                <a:ext cx="139320" cy="148320"/>
              </p14:xfrm>
            </p:contentPart>
          </mc:Choice>
          <mc:Fallback xmlns="">
            <p:pic>
              <p:nvPicPr>
                <p:cNvPr id="62" name="Freihand 61">
                  <a:extLst>
                    <a:ext uri="{FF2B5EF4-FFF2-40B4-BE49-F238E27FC236}">
                      <a16:creationId xmlns:a16="http://schemas.microsoft.com/office/drawing/2014/main" id="{AD6EABD0-1C6D-E2CD-2A5D-013215811CD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46900" y="3223000"/>
                  <a:ext cx="15696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22EB07D-1F4B-0393-894A-2FF1D3BA7DD6}"/>
              </a:ext>
            </a:extLst>
          </p:cNvPr>
          <p:cNvGrpSpPr/>
          <p:nvPr/>
        </p:nvGrpSpPr>
        <p:grpSpPr>
          <a:xfrm>
            <a:off x="3149420" y="2285920"/>
            <a:ext cx="367560" cy="191160"/>
            <a:chOff x="3149420" y="2285920"/>
            <a:chExt cx="36756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4" name="Freihand 63">
                  <a:extLst>
                    <a:ext uri="{FF2B5EF4-FFF2-40B4-BE49-F238E27FC236}">
                      <a16:creationId xmlns:a16="http://schemas.microsoft.com/office/drawing/2014/main" id="{665B299E-DCA9-B943-A873-792C901C2461}"/>
                    </a:ext>
                  </a:extLst>
                </p14:cNvPr>
                <p14:cNvContentPartPr/>
                <p14:nvPr/>
              </p14:nvContentPartPr>
              <p14:xfrm>
                <a:off x="3149420" y="2456920"/>
                <a:ext cx="367560" cy="20160"/>
              </p14:xfrm>
            </p:contentPart>
          </mc:Choice>
          <mc:Fallback xmlns="">
            <p:pic>
              <p:nvPicPr>
                <p:cNvPr id="64" name="Freihand 63">
                  <a:extLst>
                    <a:ext uri="{FF2B5EF4-FFF2-40B4-BE49-F238E27FC236}">
                      <a16:creationId xmlns:a16="http://schemas.microsoft.com/office/drawing/2014/main" id="{665B299E-DCA9-B943-A873-792C901C246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140780" y="2447920"/>
                  <a:ext cx="385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5" name="Freihand 64">
                  <a:extLst>
                    <a:ext uri="{FF2B5EF4-FFF2-40B4-BE49-F238E27FC236}">
                      <a16:creationId xmlns:a16="http://schemas.microsoft.com/office/drawing/2014/main" id="{3763B886-F24F-79E7-384C-84FBCC0E1897}"/>
                    </a:ext>
                  </a:extLst>
                </p14:cNvPr>
                <p14:cNvContentPartPr/>
                <p14:nvPr/>
              </p14:nvContentPartPr>
              <p14:xfrm>
                <a:off x="3181100" y="2285920"/>
                <a:ext cx="128520" cy="152280"/>
              </p14:xfrm>
            </p:contentPart>
          </mc:Choice>
          <mc:Fallback xmlns="">
            <p:pic>
              <p:nvPicPr>
                <p:cNvPr id="65" name="Freihand 64">
                  <a:extLst>
                    <a:ext uri="{FF2B5EF4-FFF2-40B4-BE49-F238E27FC236}">
                      <a16:creationId xmlns:a16="http://schemas.microsoft.com/office/drawing/2014/main" id="{3763B886-F24F-79E7-384C-84FBCC0E18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172460" y="2276920"/>
                  <a:ext cx="14616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7" name="Freihand 66">
                <a:extLst>
                  <a:ext uri="{FF2B5EF4-FFF2-40B4-BE49-F238E27FC236}">
                    <a16:creationId xmlns:a16="http://schemas.microsoft.com/office/drawing/2014/main" id="{71F897AE-1BC6-8478-CEC7-B4792A01262F}"/>
                  </a:ext>
                </a:extLst>
              </p14:cNvPr>
              <p14:cNvContentPartPr/>
              <p14:nvPr/>
            </p14:nvContentPartPr>
            <p14:xfrm>
              <a:off x="2931120" y="1560960"/>
              <a:ext cx="264600" cy="270000"/>
            </p14:xfrm>
          </p:contentPart>
        </mc:Choice>
        <mc:Fallback xmlns="">
          <p:pic>
            <p:nvPicPr>
              <p:cNvPr id="67" name="Freihand 66">
                <a:extLst>
                  <a:ext uri="{FF2B5EF4-FFF2-40B4-BE49-F238E27FC236}">
                    <a16:creationId xmlns:a16="http://schemas.microsoft.com/office/drawing/2014/main" id="{71F897AE-1BC6-8478-CEC7-B4792A01262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922120" y="1552320"/>
                <a:ext cx="2822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8" name="Freihand 67">
                <a:extLst>
                  <a:ext uri="{FF2B5EF4-FFF2-40B4-BE49-F238E27FC236}">
                    <a16:creationId xmlns:a16="http://schemas.microsoft.com/office/drawing/2014/main" id="{63E5D76E-974A-EADC-B6D8-088CC686AFB8}"/>
                  </a:ext>
                </a:extLst>
              </p14:cNvPr>
              <p14:cNvContentPartPr/>
              <p14:nvPr/>
            </p14:nvContentPartPr>
            <p14:xfrm>
              <a:off x="3733560" y="1551240"/>
              <a:ext cx="324360" cy="302400"/>
            </p14:xfrm>
          </p:contentPart>
        </mc:Choice>
        <mc:Fallback xmlns="">
          <p:pic>
            <p:nvPicPr>
              <p:cNvPr id="68" name="Freihand 67">
                <a:extLst>
                  <a:ext uri="{FF2B5EF4-FFF2-40B4-BE49-F238E27FC236}">
                    <a16:creationId xmlns:a16="http://schemas.microsoft.com/office/drawing/2014/main" id="{63E5D76E-974A-EADC-B6D8-088CC686AFB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724920" y="1542600"/>
                <a:ext cx="342000" cy="32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A8A4719C-87A6-52ED-26E1-3BC542207669}"/>
              </a:ext>
            </a:extLst>
          </p:cNvPr>
          <p:cNvGrpSpPr/>
          <p:nvPr/>
        </p:nvGrpSpPr>
        <p:grpSpPr>
          <a:xfrm>
            <a:off x="4785120" y="1555200"/>
            <a:ext cx="621720" cy="321120"/>
            <a:chOff x="4785120" y="1555200"/>
            <a:chExt cx="62172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9" name="Freihand 68">
                  <a:extLst>
                    <a:ext uri="{FF2B5EF4-FFF2-40B4-BE49-F238E27FC236}">
                      <a16:creationId xmlns:a16="http://schemas.microsoft.com/office/drawing/2014/main" id="{3302D66B-60B5-A9DC-A23C-5040FB46A9D0}"/>
                    </a:ext>
                  </a:extLst>
                </p14:cNvPr>
                <p14:cNvContentPartPr/>
                <p14:nvPr/>
              </p14:nvContentPartPr>
              <p14:xfrm>
                <a:off x="4785120" y="1555200"/>
                <a:ext cx="146880" cy="60480"/>
              </p14:xfrm>
            </p:contentPart>
          </mc:Choice>
          <mc:Fallback xmlns="">
            <p:pic>
              <p:nvPicPr>
                <p:cNvPr id="69" name="Freihand 68">
                  <a:extLst>
                    <a:ext uri="{FF2B5EF4-FFF2-40B4-BE49-F238E27FC236}">
                      <a16:creationId xmlns:a16="http://schemas.microsoft.com/office/drawing/2014/main" id="{3302D66B-60B5-A9DC-A23C-5040FB46A9D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776480" y="1546200"/>
                  <a:ext cx="164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0" name="Freihand 69">
                  <a:extLst>
                    <a:ext uri="{FF2B5EF4-FFF2-40B4-BE49-F238E27FC236}">
                      <a16:creationId xmlns:a16="http://schemas.microsoft.com/office/drawing/2014/main" id="{4AF93484-9580-F092-18BF-3EE2190F0AE7}"/>
                    </a:ext>
                  </a:extLst>
                </p14:cNvPr>
                <p14:cNvContentPartPr/>
                <p14:nvPr/>
              </p14:nvContentPartPr>
              <p14:xfrm>
                <a:off x="5090400" y="1562040"/>
                <a:ext cx="316440" cy="314280"/>
              </p14:xfrm>
            </p:contentPart>
          </mc:Choice>
          <mc:Fallback xmlns="">
            <p:pic>
              <p:nvPicPr>
                <p:cNvPr id="70" name="Freihand 69">
                  <a:extLst>
                    <a:ext uri="{FF2B5EF4-FFF2-40B4-BE49-F238E27FC236}">
                      <a16:creationId xmlns:a16="http://schemas.microsoft.com/office/drawing/2014/main" id="{4AF93484-9580-F092-18BF-3EE2190F0AE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081400" y="1553400"/>
                  <a:ext cx="3340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1" name="Freihand 70">
                <a:extLst>
                  <a:ext uri="{FF2B5EF4-FFF2-40B4-BE49-F238E27FC236}">
                    <a16:creationId xmlns:a16="http://schemas.microsoft.com/office/drawing/2014/main" id="{A6C43263-409E-E84C-A504-C0924A043997}"/>
                  </a:ext>
                </a:extLst>
              </p14:cNvPr>
              <p14:cNvContentPartPr/>
              <p14:nvPr/>
            </p14:nvContentPartPr>
            <p14:xfrm>
              <a:off x="5736240" y="1562040"/>
              <a:ext cx="327600" cy="277200"/>
            </p14:xfrm>
          </p:contentPart>
        </mc:Choice>
        <mc:Fallback xmlns="">
          <p:pic>
            <p:nvPicPr>
              <p:cNvPr id="71" name="Freihand 70">
                <a:extLst>
                  <a:ext uri="{FF2B5EF4-FFF2-40B4-BE49-F238E27FC236}">
                    <a16:creationId xmlns:a16="http://schemas.microsoft.com/office/drawing/2014/main" id="{A6C43263-409E-E84C-A504-C0924A04399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727600" y="1553400"/>
                <a:ext cx="345240" cy="29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7897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B6F05CF-F101-80B3-0C6C-6F8514B7AD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459" y="1264349"/>
            <a:ext cx="9269119" cy="422969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F46C150C-3FA7-97EF-96EF-DD123B9F9D24}"/>
              </a:ext>
            </a:extLst>
          </p:cNvPr>
          <p:cNvSpPr/>
          <p:nvPr/>
        </p:nvSpPr>
        <p:spPr>
          <a:xfrm>
            <a:off x="5995383" y="2846851"/>
            <a:ext cx="1054346" cy="116429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C7C4C9F-705B-B257-76A7-4426E575E097}"/>
              </a:ext>
            </a:extLst>
          </p:cNvPr>
          <p:cNvSpPr/>
          <p:nvPr/>
        </p:nvSpPr>
        <p:spPr>
          <a:xfrm>
            <a:off x="5392787" y="2279450"/>
            <a:ext cx="2278462" cy="2299099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B686D58-614D-630B-7F16-94913409FDD0}"/>
              </a:ext>
            </a:extLst>
          </p:cNvPr>
          <p:cNvSpPr>
            <a:spLocks noChangeAspect="1"/>
          </p:cNvSpPr>
          <p:nvPr/>
        </p:nvSpPr>
        <p:spPr>
          <a:xfrm>
            <a:off x="4768439" y="728999"/>
            <a:ext cx="5400000" cy="54000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F1A41E9-2B78-8A08-BD63-D0D973CE215F}"/>
              </a:ext>
            </a:extLst>
          </p:cNvPr>
          <p:cNvSpPr>
            <a:spLocks noChangeAspect="1"/>
          </p:cNvSpPr>
          <p:nvPr/>
        </p:nvSpPr>
        <p:spPr>
          <a:xfrm>
            <a:off x="3770300" y="728999"/>
            <a:ext cx="5400000" cy="54000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8B703D7-8D5E-A4BE-E0E4-11B7B1285AE9}"/>
              </a:ext>
            </a:extLst>
          </p:cNvPr>
          <p:cNvSpPr>
            <a:spLocks noChangeAspect="1"/>
          </p:cNvSpPr>
          <p:nvPr/>
        </p:nvSpPr>
        <p:spPr>
          <a:xfrm>
            <a:off x="3981155" y="1314154"/>
            <a:ext cx="4229690" cy="422969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9750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94AB752-B0B3-5AA0-3959-FA3FBE46D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7145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8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A9D6BFBA-341D-3548-5337-A13C92A78419}"/>
              </a:ext>
            </a:extLst>
          </p:cNvPr>
          <p:cNvSpPr>
            <a:spLocks noChangeAspect="1"/>
          </p:cNvSpPr>
          <p:nvPr/>
        </p:nvSpPr>
        <p:spPr>
          <a:xfrm>
            <a:off x="3770300" y="728999"/>
            <a:ext cx="5400000" cy="540000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632FDFA-539B-E6B1-BFF0-FEE67FF93D8B}"/>
              </a:ext>
            </a:extLst>
          </p:cNvPr>
          <p:cNvCxnSpPr/>
          <p:nvPr/>
        </p:nvCxnSpPr>
        <p:spPr>
          <a:xfrm>
            <a:off x="6430297" y="963561"/>
            <a:ext cx="0" cy="246543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9906CD0-B537-D958-84D8-97C484D5837F}"/>
              </a:ext>
            </a:extLst>
          </p:cNvPr>
          <p:cNvCxnSpPr/>
          <p:nvPr/>
        </p:nvCxnSpPr>
        <p:spPr>
          <a:xfrm flipH="1">
            <a:off x="4857135" y="3588774"/>
            <a:ext cx="1504336" cy="1799303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7C72996-D990-2BC9-4578-2F7448D4BFFF}"/>
              </a:ext>
            </a:extLst>
          </p:cNvPr>
          <p:cNvCxnSpPr/>
          <p:nvPr/>
        </p:nvCxnSpPr>
        <p:spPr>
          <a:xfrm>
            <a:off x="6656439" y="3588774"/>
            <a:ext cx="29398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A419FE01-C1D0-BA63-B062-3387F731ACF2}"/>
              </a:ext>
            </a:extLst>
          </p:cNvPr>
          <p:cNvGrpSpPr/>
          <p:nvPr/>
        </p:nvGrpSpPr>
        <p:grpSpPr>
          <a:xfrm>
            <a:off x="5898426" y="2343108"/>
            <a:ext cx="1485720" cy="1440720"/>
            <a:chOff x="5898426" y="2343108"/>
            <a:chExt cx="1485720" cy="14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4C5AC3E7-37E0-4988-6668-522C27781B2E}"/>
                    </a:ext>
                  </a:extLst>
                </p14:cNvPr>
                <p14:cNvContentPartPr/>
                <p14:nvPr/>
              </p14:nvContentPartPr>
              <p14:xfrm>
                <a:off x="7374066" y="3588708"/>
                <a:ext cx="360" cy="36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4C5AC3E7-37E0-4988-6668-522C27781B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65426" y="35797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72A5049F-2BE0-36C2-F2EA-76EFF61A0D32}"/>
                    </a:ext>
                  </a:extLst>
                </p14:cNvPr>
                <p14:cNvContentPartPr/>
                <p14:nvPr/>
              </p14:nvContentPartPr>
              <p14:xfrm>
                <a:off x="6449586" y="2379828"/>
                <a:ext cx="934560" cy="1208880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72A5049F-2BE0-36C2-F2EA-76EFF61A0D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40946" y="2371188"/>
                  <a:ext cx="952200" cy="12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A479EAF2-959F-08FF-5E22-D5A2B1063A5F}"/>
                    </a:ext>
                  </a:extLst>
                </p14:cNvPr>
                <p14:cNvContentPartPr/>
                <p14:nvPr/>
              </p14:nvContentPartPr>
              <p14:xfrm>
                <a:off x="6428346" y="2375148"/>
                <a:ext cx="1800" cy="396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A479EAF2-959F-08FF-5E22-D5A2B1063A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19346" y="2366508"/>
                  <a:ext cx="19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39EC47F7-4ED9-E466-7238-93D517E7C827}"/>
                    </a:ext>
                  </a:extLst>
                </p14:cNvPr>
                <p14:cNvContentPartPr/>
                <p14:nvPr/>
              </p14:nvContentPartPr>
              <p14:xfrm>
                <a:off x="6420426" y="2343108"/>
                <a:ext cx="387360" cy="26640"/>
              </p14:xfrm>
            </p:contentPart>
          </mc:Choice>
          <mc:Fallback xmlns=""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39EC47F7-4ED9-E466-7238-93D517E7C8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11426" y="2334468"/>
                  <a:ext cx="405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13837637-634F-896C-0B42-66CAD814C39B}"/>
                    </a:ext>
                  </a:extLst>
                </p14:cNvPr>
                <p14:cNvContentPartPr/>
                <p14:nvPr/>
              </p14:nvContentPartPr>
              <p14:xfrm>
                <a:off x="6439866" y="2359308"/>
                <a:ext cx="254520" cy="22752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13837637-634F-896C-0B42-66CAD814C3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31226" y="2350668"/>
                  <a:ext cx="272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Freihand 14">
                  <a:extLst>
                    <a:ext uri="{FF2B5EF4-FFF2-40B4-BE49-F238E27FC236}">
                      <a16:creationId xmlns:a16="http://schemas.microsoft.com/office/drawing/2014/main" id="{8B1CDAA1-49A4-7E6A-A407-E50B0AC882C0}"/>
                    </a:ext>
                  </a:extLst>
                </p14:cNvPr>
                <p14:cNvContentPartPr/>
                <p14:nvPr/>
              </p14:nvContentPartPr>
              <p14:xfrm>
                <a:off x="7088586" y="3549108"/>
                <a:ext cx="360" cy="360"/>
              </p14:xfrm>
            </p:contentPart>
          </mc:Choice>
          <mc:Fallback xmlns="">
            <p:pic>
              <p:nvPicPr>
                <p:cNvPr id="15" name="Freihand 14">
                  <a:extLst>
                    <a:ext uri="{FF2B5EF4-FFF2-40B4-BE49-F238E27FC236}">
                      <a16:creationId xmlns:a16="http://schemas.microsoft.com/office/drawing/2014/main" id="{8B1CDAA1-49A4-7E6A-A407-E50B0AC882C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79946" y="35401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C6DA4C76-FC3D-CFD2-872A-8C102948AAB2}"/>
                    </a:ext>
                  </a:extLst>
                </p14:cNvPr>
                <p14:cNvContentPartPr/>
                <p14:nvPr/>
              </p14:nvContentPartPr>
              <p14:xfrm>
                <a:off x="5898426" y="2742348"/>
                <a:ext cx="1190880" cy="1041480"/>
              </p14:xfrm>
            </p:contentPart>
          </mc:Choice>
          <mc:Fallback xmlns=""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C6DA4C76-FC3D-CFD2-872A-8C102948AAB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89426" y="2733708"/>
                  <a:ext cx="1208520" cy="10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FDBEE8E0-4F19-095B-2278-D2C05D9FF5F3}"/>
                    </a:ext>
                  </a:extLst>
                </p14:cNvPr>
                <p14:cNvContentPartPr/>
                <p14:nvPr/>
              </p14:nvContentPartPr>
              <p14:xfrm>
                <a:off x="5991666" y="3628308"/>
                <a:ext cx="142560" cy="149040"/>
              </p14:xfrm>
            </p:contentPart>
          </mc:Choice>
          <mc:Fallback xmlns="">
            <p:pic>
              <p:nvPicPr>
                <p:cNvPr id="17" name="Freihand 16">
                  <a:extLst>
                    <a:ext uri="{FF2B5EF4-FFF2-40B4-BE49-F238E27FC236}">
                      <a16:creationId xmlns:a16="http://schemas.microsoft.com/office/drawing/2014/main" id="{FDBEE8E0-4F19-095B-2278-D2C05D9FF5F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83026" y="3619308"/>
                  <a:ext cx="160200" cy="166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feld 23">
            <a:extLst>
              <a:ext uri="{FF2B5EF4-FFF2-40B4-BE49-F238E27FC236}">
                <a16:creationId xmlns:a16="http://schemas.microsoft.com/office/drawing/2014/main" id="{6055E6A4-EA2B-B7A9-CF19-7E7964319337}"/>
              </a:ext>
            </a:extLst>
          </p:cNvPr>
          <p:cNvSpPr txBox="1"/>
          <p:nvPr/>
        </p:nvSpPr>
        <p:spPr>
          <a:xfrm>
            <a:off x="9671535" y="3364442"/>
            <a:ext cx="117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0°</a:t>
            </a:r>
          </a:p>
        </p:txBody>
      </p:sp>
    </p:spTree>
    <p:extLst>
      <p:ext uri="{BB962C8B-B14F-4D97-AF65-F5344CB8AC3E}">
        <p14:creationId xmlns:p14="http://schemas.microsoft.com/office/powerpoint/2010/main" val="261681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73194A8-6E74-F2B0-B29B-7F5EEA8991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97459" y="1264349"/>
            <a:ext cx="9269119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4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CA7844E-4EDD-1A1D-F197-E4DBE34AB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7145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8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Breitbild</PresentationFormat>
  <Paragraphs>11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Zwyssig Marino TA.M.2201</dc:creator>
  <cp:lastModifiedBy>Zwyssig Marino TA.M.2201</cp:lastModifiedBy>
  <cp:revision>5</cp:revision>
  <dcterms:created xsi:type="dcterms:W3CDTF">2026-05-29T21:04:25Z</dcterms:created>
  <dcterms:modified xsi:type="dcterms:W3CDTF">2026-05-31T12:59:02Z</dcterms:modified>
</cp:coreProperties>
</file>